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0" r:id="rId7"/>
    <p:sldId id="262" r:id="rId8"/>
    <p:sldId id="271" r:id="rId9"/>
    <p:sldId id="263" r:id="rId10"/>
    <p:sldId id="269" r:id="rId11"/>
    <p:sldId id="270" r:id="rId12"/>
    <p:sldId id="265" r:id="rId13"/>
    <p:sldId id="267" r:id="rId14"/>
    <p:sldId id="268" r:id="rId15"/>
    <p:sldId id="266" r:id="rId16"/>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0" d="100"/>
          <a:sy n="90" d="100"/>
        </p:scale>
        <p:origin x="219" y="4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45140C-C326-4DAA-A267-498AD5117D68}" type="doc">
      <dgm:prSet loTypeId="urn:microsoft.com/office/officeart/2005/8/layout/vList4" loCatId="picture" qsTypeId="urn:microsoft.com/office/officeart/2005/8/quickstyle/simple5" qsCatId="simple" csTypeId="urn:microsoft.com/office/officeart/2005/8/colors/accent5_2" csCatId="accent5" phldr="1"/>
      <dgm:spPr/>
      <dgm:t>
        <a:bodyPr/>
        <a:lstStyle/>
        <a:p>
          <a:endParaRPr lang="es-CL"/>
        </a:p>
      </dgm:t>
    </dgm:pt>
    <dgm:pt modelId="{78BFB295-8F5D-4286-B72B-79142F8F0E13}">
      <dgm:prSet phldrT="[Texto]"/>
      <dgm:spPr/>
      <dgm:t>
        <a:bodyPr/>
        <a:lstStyle/>
        <a:p>
          <a:r>
            <a:rPr lang="es-CL" dirty="0"/>
            <a:t>Eyleen Collado</a:t>
          </a:r>
        </a:p>
      </dgm:t>
    </dgm:pt>
    <dgm:pt modelId="{F1885FAB-61EC-4F80-98D0-72360031AF9F}" type="parTrans" cxnId="{2AD07198-D472-4B98-B6D5-5A730374E9A2}">
      <dgm:prSet/>
      <dgm:spPr/>
      <dgm:t>
        <a:bodyPr/>
        <a:lstStyle/>
        <a:p>
          <a:endParaRPr lang="es-CL"/>
        </a:p>
      </dgm:t>
    </dgm:pt>
    <dgm:pt modelId="{E88D0928-51D4-4670-8963-60ABBB193E13}" type="sibTrans" cxnId="{2AD07198-D472-4B98-B6D5-5A730374E9A2}">
      <dgm:prSet/>
      <dgm:spPr/>
      <dgm:t>
        <a:bodyPr/>
        <a:lstStyle/>
        <a:p>
          <a:endParaRPr lang="es-CL"/>
        </a:p>
      </dgm:t>
    </dgm:pt>
    <dgm:pt modelId="{D868444B-AE34-4422-A6A5-1F7D392D0C20}">
      <dgm:prSet phldrT="[Texto]"/>
      <dgm:spPr/>
      <dgm:t>
        <a:bodyPr/>
        <a:lstStyle/>
        <a:p>
          <a:r>
            <a:rPr lang="es-MX" dirty="0" err="1"/>
            <a:t>Product</a:t>
          </a:r>
          <a:r>
            <a:rPr lang="es-MX" dirty="0"/>
            <a:t> </a:t>
          </a:r>
          <a:r>
            <a:rPr lang="es-MX" dirty="0" err="1"/>
            <a:t>Owner</a:t>
          </a:r>
          <a:endParaRPr lang="es-CL" dirty="0"/>
        </a:p>
      </dgm:t>
    </dgm:pt>
    <dgm:pt modelId="{7DB88D83-6C3A-48C1-8CAD-0D11C3BEC35C}" type="parTrans" cxnId="{484B8A37-0122-4FF5-93D2-4A15DF521A17}">
      <dgm:prSet/>
      <dgm:spPr/>
      <dgm:t>
        <a:bodyPr/>
        <a:lstStyle/>
        <a:p>
          <a:endParaRPr lang="es-CL"/>
        </a:p>
      </dgm:t>
    </dgm:pt>
    <dgm:pt modelId="{74B9B1A5-94EB-40A9-BFF2-678501068FB8}" type="sibTrans" cxnId="{484B8A37-0122-4FF5-93D2-4A15DF521A17}">
      <dgm:prSet/>
      <dgm:spPr/>
      <dgm:t>
        <a:bodyPr/>
        <a:lstStyle/>
        <a:p>
          <a:endParaRPr lang="es-CL"/>
        </a:p>
      </dgm:t>
    </dgm:pt>
    <dgm:pt modelId="{02A34BC0-F8BA-4A89-87A4-4F20079DFD06}">
      <dgm:prSet phldrT="[Texto]"/>
      <dgm:spPr/>
      <dgm:t>
        <a:bodyPr/>
        <a:lstStyle/>
        <a:p>
          <a:r>
            <a:rPr lang="es-MX" dirty="0"/>
            <a:t>Luis Gómez</a:t>
          </a:r>
          <a:endParaRPr lang="es-CL" dirty="0"/>
        </a:p>
      </dgm:t>
    </dgm:pt>
    <dgm:pt modelId="{9ADB496F-2DB6-4F16-8C91-2EB9CDF5F2F2}" type="parTrans" cxnId="{0E2AE979-A66C-4CEC-BFF4-5B28BB7CD9EA}">
      <dgm:prSet/>
      <dgm:spPr/>
      <dgm:t>
        <a:bodyPr/>
        <a:lstStyle/>
        <a:p>
          <a:endParaRPr lang="es-CL"/>
        </a:p>
      </dgm:t>
    </dgm:pt>
    <dgm:pt modelId="{44AB630E-CD8B-4223-9F51-5EEE4E054B0A}" type="sibTrans" cxnId="{0E2AE979-A66C-4CEC-BFF4-5B28BB7CD9EA}">
      <dgm:prSet/>
      <dgm:spPr/>
      <dgm:t>
        <a:bodyPr/>
        <a:lstStyle/>
        <a:p>
          <a:endParaRPr lang="es-CL"/>
        </a:p>
      </dgm:t>
    </dgm:pt>
    <dgm:pt modelId="{99FF0D0F-282A-4030-9AF5-3B7621881539}">
      <dgm:prSet phldrT="[Texto]"/>
      <dgm:spPr/>
      <dgm:t>
        <a:bodyPr/>
        <a:lstStyle/>
        <a:p>
          <a:r>
            <a:rPr lang="es-CL" dirty="0"/>
            <a:t>Marcos Hernández</a:t>
          </a:r>
        </a:p>
      </dgm:t>
    </dgm:pt>
    <dgm:pt modelId="{A86F315C-C500-49D7-B443-1D58BD48589A}" type="parTrans" cxnId="{4FE7AF63-70AC-4ED4-8BFB-DCB2408F3318}">
      <dgm:prSet/>
      <dgm:spPr/>
      <dgm:t>
        <a:bodyPr/>
        <a:lstStyle/>
        <a:p>
          <a:endParaRPr lang="es-CL"/>
        </a:p>
      </dgm:t>
    </dgm:pt>
    <dgm:pt modelId="{1CCC8D2D-CD28-4814-B055-28ABD65CA276}" type="sibTrans" cxnId="{4FE7AF63-70AC-4ED4-8BFB-DCB2408F3318}">
      <dgm:prSet/>
      <dgm:spPr/>
      <dgm:t>
        <a:bodyPr/>
        <a:lstStyle/>
        <a:p>
          <a:endParaRPr lang="es-CL"/>
        </a:p>
      </dgm:t>
    </dgm:pt>
    <dgm:pt modelId="{2E221207-005F-49CB-81E1-6D036D64322B}">
      <dgm:prSet phldrT="[Texto]"/>
      <dgm:spPr/>
      <dgm:t>
        <a:bodyPr/>
        <a:lstStyle/>
        <a:p>
          <a:r>
            <a:rPr lang="es-ES" dirty="0"/>
            <a:t>Coordinación general, priorización del MVP y creación de toda la documentación del proyecto.</a:t>
          </a:r>
          <a:endParaRPr lang="es-CL" dirty="0"/>
        </a:p>
      </dgm:t>
    </dgm:pt>
    <dgm:pt modelId="{3728DB5E-E904-481D-A1E5-49CF4AFFC0D3}" type="sibTrans" cxnId="{1C3272C9-C630-4D60-B76B-138907BB4D41}">
      <dgm:prSet/>
      <dgm:spPr/>
      <dgm:t>
        <a:bodyPr/>
        <a:lstStyle/>
        <a:p>
          <a:endParaRPr lang="es-CL"/>
        </a:p>
      </dgm:t>
    </dgm:pt>
    <dgm:pt modelId="{B200B6AA-AA2A-4CB8-80FF-4BB54938E8A5}" type="parTrans" cxnId="{1C3272C9-C630-4D60-B76B-138907BB4D41}">
      <dgm:prSet/>
      <dgm:spPr/>
      <dgm:t>
        <a:bodyPr/>
        <a:lstStyle/>
        <a:p>
          <a:endParaRPr lang="es-CL"/>
        </a:p>
      </dgm:t>
    </dgm:pt>
    <dgm:pt modelId="{A2BD12B5-7AB5-4859-B57E-1E77C0ED35DF}">
      <dgm:prSet phldrT="[Texto]"/>
      <dgm:spPr/>
      <dgm:t>
        <a:bodyPr/>
        <a:lstStyle/>
        <a:p>
          <a:r>
            <a:rPr lang="es-MX" dirty="0"/>
            <a:t>Desarrollador</a:t>
          </a:r>
          <a:endParaRPr lang="es-CL" dirty="0"/>
        </a:p>
      </dgm:t>
    </dgm:pt>
    <dgm:pt modelId="{35EEEEB1-B116-40C6-8142-8F938AF38B0B}" type="sibTrans" cxnId="{D5771F2D-99A4-4884-A896-FA1E2DEFDD88}">
      <dgm:prSet/>
      <dgm:spPr/>
      <dgm:t>
        <a:bodyPr/>
        <a:lstStyle/>
        <a:p>
          <a:endParaRPr lang="es-CL"/>
        </a:p>
      </dgm:t>
    </dgm:pt>
    <dgm:pt modelId="{AC7F7F07-A811-4CCD-BBFE-DAA4D1F5EE40}" type="parTrans" cxnId="{D5771F2D-99A4-4884-A896-FA1E2DEFDD88}">
      <dgm:prSet/>
      <dgm:spPr/>
      <dgm:t>
        <a:bodyPr/>
        <a:lstStyle/>
        <a:p>
          <a:endParaRPr lang="es-CL"/>
        </a:p>
      </dgm:t>
    </dgm:pt>
    <dgm:pt modelId="{D546635F-000B-49DF-BB26-293CCA777400}">
      <dgm:prSet phldrT="[Texto]"/>
      <dgm:spPr/>
      <dgm:t>
        <a:bodyPr/>
        <a:lstStyle/>
        <a:p>
          <a:r>
            <a:rPr lang="es-ES" dirty="0"/>
            <a:t>Modelado 3D, </a:t>
          </a:r>
          <a:r>
            <a:rPr lang="es-ES" dirty="0" err="1"/>
            <a:t>rigging</a:t>
          </a:r>
          <a:r>
            <a:rPr lang="es-ES" dirty="0"/>
            <a:t> y validación del avatar compatible con </a:t>
          </a:r>
          <a:r>
            <a:rPr lang="es-ES" dirty="0" err="1"/>
            <a:t>Blender</a:t>
          </a:r>
          <a:r>
            <a:rPr lang="es-ES" dirty="0"/>
            <a:t>/Godot, intérprete en la captura de señas.</a:t>
          </a:r>
          <a:endParaRPr lang="es-CL" dirty="0"/>
        </a:p>
      </dgm:t>
    </dgm:pt>
    <dgm:pt modelId="{B01A0825-9EDF-4B9A-B345-1B486D914AD4}" type="sibTrans" cxnId="{AC0A7FF3-EEC4-470A-823E-BF7AF1556A99}">
      <dgm:prSet/>
      <dgm:spPr/>
      <dgm:t>
        <a:bodyPr/>
        <a:lstStyle/>
        <a:p>
          <a:endParaRPr lang="es-CL"/>
        </a:p>
      </dgm:t>
    </dgm:pt>
    <dgm:pt modelId="{5437D343-BECF-4620-B6C7-7088D8BBD91B}" type="parTrans" cxnId="{AC0A7FF3-EEC4-470A-823E-BF7AF1556A99}">
      <dgm:prSet/>
      <dgm:spPr/>
      <dgm:t>
        <a:bodyPr/>
        <a:lstStyle/>
        <a:p>
          <a:endParaRPr lang="es-CL"/>
        </a:p>
      </dgm:t>
    </dgm:pt>
    <dgm:pt modelId="{EA3B2395-55AF-495E-9D6B-329D2886612F}">
      <dgm:prSet phldrT="[Texto]"/>
      <dgm:spPr/>
      <dgm:t>
        <a:bodyPr/>
        <a:lstStyle/>
        <a:p>
          <a:r>
            <a:rPr lang="es-MX" dirty="0"/>
            <a:t>Desarrollador</a:t>
          </a:r>
          <a:endParaRPr lang="es-CL" dirty="0"/>
        </a:p>
      </dgm:t>
    </dgm:pt>
    <dgm:pt modelId="{11A4E056-7834-4F82-8A9C-B8EA31F159E3}" type="sibTrans" cxnId="{778F2DBC-81F3-476D-BD99-784E4F7153C8}">
      <dgm:prSet/>
      <dgm:spPr/>
      <dgm:t>
        <a:bodyPr/>
        <a:lstStyle/>
        <a:p>
          <a:endParaRPr lang="es-CL"/>
        </a:p>
      </dgm:t>
    </dgm:pt>
    <dgm:pt modelId="{01DA10B6-3F7A-4C8A-AACD-F605EE6CCF20}" type="parTrans" cxnId="{778F2DBC-81F3-476D-BD99-784E4F7153C8}">
      <dgm:prSet/>
      <dgm:spPr/>
      <dgm:t>
        <a:bodyPr/>
        <a:lstStyle/>
        <a:p>
          <a:endParaRPr lang="es-CL"/>
        </a:p>
      </dgm:t>
    </dgm:pt>
    <dgm:pt modelId="{55A2A9EB-4C26-43C3-B721-D475B10BC39B}">
      <dgm:prSet phldrT="[Texto]"/>
      <dgm:spPr/>
      <dgm:t>
        <a:bodyPr/>
        <a:lstStyle/>
        <a:p>
          <a:r>
            <a:rPr lang="es-ES" dirty="0"/>
            <a:t>Implementación de </a:t>
          </a:r>
          <a:r>
            <a:rPr lang="es-ES" dirty="0" err="1"/>
            <a:t>Whisper</a:t>
          </a:r>
          <a:r>
            <a:rPr lang="es-ES" dirty="0"/>
            <a:t>/</a:t>
          </a:r>
          <a:r>
            <a:rPr lang="es-ES" dirty="0" err="1"/>
            <a:t>FastAPI</a:t>
          </a:r>
          <a:r>
            <a:rPr lang="es-ES" dirty="0"/>
            <a:t> y normalización semántica.</a:t>
          </a:r>
          <a:endParaRPr lang="es-CL" dirty="0"/>
        </a:p>
      </dgm:t>
    </dgm:pt>
    <dgm:pt modelId="{4EF4588A-187C-4393-9DFC-C6D80B20E995}" type="sibTrans" cxnId="{ECED70CB-7A25-48F8-9E03-51596FB1E92C}">
      <dgm:prSet/>
      <dgm:spPr/>
      <dgm:t>
        <a:bodyPr/>
        <a:lstStyle/>
        <a:p>
          <a:endParaRPr lang="es-CL"/>
        </a:p>
      </dgm:t>
    </dgm:pt>
    <dgm:pt modelId="{B8424EB2-FFE7-4867-9D5A-EE0D46E8AAFE}" type="parTrans" cxnId="{ECED70CB-7A25-48F8-9E03-51596FB1E92C}">
      <dgm:prSet/>
      <dgm:spPr/>
      <dgm:t>
        <a:bodyPr/>
        <a:lstStyle/>
        <a:p>
          <a:endParaRPr lang="es-CL"/>
        </a:p>
      </dgm:t>
    </dgm:pt>
    <dgm:pt modelId="{162997A2-6D38-43E6-8954-71B88AB50219}">
      <dgm:prSet phldrT="[Texto]"/>
      <dgm:spPr/>
      <dgm:t>
        <a:bodyPr/>
        <a:lstStyle/>
        <a:p>
          <a:r>
            <a:rPr lang="es-MX" dirty="0"/>
            <a:t>Marcos </a:t>
          </a:r>
          <a:r>
            <a:rPr lang="es-MX" dirty="0" err="1"/>
            <a:t>Bombalas</a:t>
          </a:r>
          <a:endParaRPr lang="es-CL" dirty="0"/>
        </a:p>
      </dgm:t>
    </dgm:pt>
    <dgm:pt modelId="{9827AFF0-A3C7-475E-872F-5C5E56D04C7C}" type="parTrans" cxnId="{320490E8-2383-4934-BB28-DF67A76430AE}">
      <dgm:prSet/>
      <dgm:spPr/>
      <dgm:t>
        <a:bodyPr/>
        <a:lstStyle/>
        <a:p>
          <a:endParaRPr lang="es-CL"/>
        </a:p>
      </dgm:t>
    </dgm:pt>
    <dgm:pt modelId="{BECAA106-8389-44ED-9B10-EDCDC5E339F6}" type="sibTrans" cxnId="{320490E8-2383-4934-BB28-DF67A76430AE}">
      <dgm:prSet/>
      <dgm:spPr/>
      <dgm:t>
        <a:bodyPr/>
        <a:lstStyle/>
        <a:p>
          <a:endParaRPr lang="es-CL"/>
        </a:p>
      </dgm:t>
    </dgm:pt>
    <dgm:pt modelId="{0227707B-AB27-46D8-AC96-6A5B1C037D7C}">
      <dgm:prSet phldrT="[Texto]"/>
      <dgm:spPr/>
      <dgm:t>
        <a:bodyPr/>
        <a:lstStyle/>
        <a:p>
          <a:r>
            <a:rPr lang="es-MX" dirty="0"/>
            <a:t>Scrum Master</a:t>
          </a:r>
          <a:endParaRPr lang="es-CL" dirty="0"/>
        </a:p>
      </dgm:t>
    </dgm:pt>
    <dgm:pt modelId="{8C18E2D5-9948-4BAA-A240-C5627887CC38}" type="parTrans" cxnId="{5BC16DEC-007E-4383-AA70-9CC7386028E0}">
      <dgm:prSet/>
      <dgm:spPr/>
      <dgm:t>
        <a:bodyPr/>
        <a:lstStyle/>
        <a:p>
          <a:endParaRPr lang="es-CL"/>
        </a:p>
      </dgm:t>
    </dgm:pt>
    <dgm:pt modelId="{3F627626-807C-431F-86AC-68A8285ABF4C}" type="sibTrans" cxnId="{5BC16DEC-007E-4383-AA70-9CC7386028E0}">
      <dgm:prSet/>
      <dgm:spPr/>
      <dgm:t>
        <a:bodyPr/>
        <a:lstStyle/>
        <a:p>
          <a:endParaRPr lang="es-CL"/>
        </a:p>
      </dgm:t>
    </dgm:pt>
    <dgm:pt modelId="{E995AE74-40E2-4ACC-B3EE-F2EEB75284C0}">
      <dgm:prSet phldrT="[Texto]"/>
      <dgm:spPr/>
      <dgm:t>
        <a:bodyPr/>
        <a:lstStyle/>
        <a:p>
          <a:r>
            <a:rPr lang="es-ES" dirty="0"/>
            <a:t>Integración del pipeline </a:t>
          </a:r>
          <a:r>
            <a:rPr lang="es-ES" dirty="0" err="1"/>
            <a:t>voz→texto→avatar</a:t>
          </a:r>
          <a:r>
            <a:rPr lang="es-ES" dirty="0"/>
            <a:t> y </a:t>
          </a:r>
          <a:r>
            <a:rPr lang="es-ES" dirty="0" err="1"/>
            <a:t>modularización</a:t>
          </a:r>
          <a:r>
            <a:rPr lang="es-ES" dirty="0"/>
            <a:t> del cliente en Godot.</a:t>
          </a:r>
          <a:endParaRPr lang="es-CL" dirty="0"/>
        </a:p>
      </dgm:t>
    </dgm:pt>
    <dgm:pt modelId="{8DC8F482-1485-48DD-AF66-D7D951C4EDFA}" type="parTrans" cxnId="{67D188C4-FAB3-4E80-9829-86455ADA92E2}">
      <dgm:prSet/>
      <dgm:spPr/>
      <dgm:t>
        <a:bodyPr/>
        <a:lstStyle/>
        <a:p>
          <a:endParaRPr lang="es-CL"/>
        </a:p>
      </dgm:t>
    </dgm:pt>
    <dgm:pt modelId="{86835E57-ED0E-402B-821E-F716C38C322F}" type="sibTrans" cxnId="{67D188C4-FAB3-4E80-9829-86455ADA92E2}">
      <dgm:prSet/>
      <dgm:spPr/>
      <dgm:t>
        <a:bodyPr/>
        <a:lstStyle/>
        <a:p>
          <a:endParaRPr lang="es-CL"/>
        </a:p>
      </dgm:t>
    </dgm:pt>
    <dgm:pt modelId="{6E1E561E-88C1-49C6-A3F7-DE4B9AD43273}" type="pres">
      <dgm:prSet presAssocID="{BE45140C-C326-4DAA-A267-498AD5117D68}" presName="linear" presStyleCnt="0">
        <dgm:presLayoutVars>
          <dgm:dir/>
          <dgm:resizeHandles val="exact"/>
        </dgm:presLayoutVars>
      </dgm:prSet>
      <dgm:spPr/>
    </dgm:pt>
    <dgm:pt modelId="{F70979D0-5925-4EC3-AD84-986E0EC7B0D8}" type="pres">
      <dgm:prSet presAssocID="{78BFB295-8F5D-4286-B72B-79142F8F0E13}" presName="comp" presStyleCnt="0"/>
      <dgm:spPr/>
    </dgm:pt>
    <dgm:pt modelId="{54FC4CB6-0791-48D3-B2C5-2E99B8AFCFF7}" type="pres">
      <dgm:prSet presAssocID="{78BFB295-8F5D-4286-B72B-79142F8F0E13}" presName="box" presStyleLbl="node1" presStyleIdx="0" presStyleCnt="4" custLinFactNeighborX="-464"/>
      <dgm:spPr/>
    </dgm:pt>
    <dgm:pt modelId="{9A7E2690-DE9C-4572-9BE5-B8C9A3B8BBB3}" type="pres">
      <dgm:prSet presAssocID="{78BFB295-8F5D-4286-B72B-79142F8F0E13}" presName="img" presStyleLbl="fgImgPlace1" presStyleIdx="0" presStyleCnt="4"/>
      <dgm:spPr/>
    </dgm:pt>
    <dgm:pt modelId="{52D125D2-FCA7-4A2D-AB39-B6BD54F251F2}" type="pres">
      <dgm:prSet presAssocID="{78BFB295-8F5D-4286-B72B-79142F8F0E13}" presName="text" presStyleLbl="node1" presStyleIdx="0" presStyleCnt="4">
        <dgm:presLayoutVars>
          <dgm:bulletEnabled val="1"/>
        </dgm:presLayoutVars>
      </dgm:prSet>
      <dgm:spPr/>
    </dgm:pt>
    <dgm:pt modelId="{E95CA29D-745B-40BA-93B6-BB607C99A2CE}" type="pres">
      <dgm:prSet presAssocID="{E88D0928-51D4-4670-8963-60ABBB193E13}" presName="spacer" presStyleCnt="0"/>
      <dgm:spPr/>
    </dgm:pt>
    <dgm:pt modelId="{AA0E10B0-EAB0-4992-9CCA-B487E52ADCD3}" type="pres">
      <dgm:prSet presAssocID="{162997A2-6D38-43E6-8954-71B88AB50219}" presName="comp" presStyleCnt="0"/>
      <dgm:spPr/>
    </dgm:pt>
    <dgm:pt modelId="{DDE30541-7164-481F-9B97-CBF7409D44ED}" type="pres">
      <dgm:prSet presAssocID="{162997A2-6D38-43E6-8954-71B88AB50219}" presName="box" presStyleLbl="node1" presStyleIdx="1" presStyleCnt="4" custLinFactNeighborX="-464" custLinFactNeighborY="-864"/>
      <dgm:spPr/>
    </dgm:pt>
    <dgm:pt modelId="{F242E870-59E2-412B-811D-FB60F33A64C0}" type="pres">
      <dgm:prSet presAssocID="{162997A2-6D38-43E6-8954-71B88AB50219}" presName="img" presStyleLbl="fgImgPlace1" presStyleIdx="1" presStyleCnt="4"/>
      <dgm:spPr/>
    </dgm:pt>
    <dgm:pt modelId="{F81F552D-7EE8-4A6D-A80E-CFE1CF1E7589}" type="pres">
      <dgm:prSet presAssocID="{162997A2-6D38-43E6-8954-71B88AB50219}" presName="text" presStyleLbl="node1" presStyleIdx="1" presStyleCnt="4">
        <dgm:presLayoutVars>
          <dgm:bulletEnabled val="1"/>
        </dgm:presLayoutVars>
      </dgm:prSet>
      <dgm:spPr/>
    </dgm:pt>
    <dgm:pt modelId="{6B3ABC05-0665-4682-B2F9-D6F1274AFD17}" type="pres">
      <dgm:prSet presAssocID="{BECAA106-8389-44ED-9B10-EDCDC5E339F6}" presName="spacer" presStyleCnt="0"/>
      <dgm:spPr/>
    </dgm:pt>
    <dgm:pt modelId="{41A67AC8-1DD7-4AB7-96A3-87B24035E3FA}" type="pres">
      <dgm:prSet presAssocID="{02A34BC0-F8BA-4A89-87A4-4F20079DFD06}" presName="comp" presStyleCnt="0"/>
      <dgm:spPr/>
    </dgm:pt>
    <dgm:pt modelId="{39AFE128-ACF6-44CA-B18B-64F5782CF210}" type="pres">
      <dgm:prSet presAssocID="{02A34BC0-F8BA-4A89-87A4-4F20079DFD06}" presName="box" presStyleLbl="node1" presStyleIdx="2" presStyleCnt="4"/>
      <dgm:spPr/>
    </dgm:pt>
    <dgm:pt modelId="{3F97C059-D720-4D48-953F-B84D04D0BF79}" type="pres">
      <dgm:prSet presAssocID="{02A34BC0-F8BA-4A89-87A4-4F20079DFD06}" presName="img" presStyleLbl="fgImgPlace1" presStyleIdx="2" presStyleCnt="4"/>
      <dgm:spPr/>
    </dgm:pt>
    <dgm:pt modelId="{CFFDF23F-D296-4CDF-8EE4-8A672559E207}" type="pres">
      <dgm:prSet presAssocID="{02A34BC0-F8BA-4A89-87A4-4F20079DFD06}" presName="text" presStyleLbl="node1" presStyleIdx="2" presStyleCnt="4">
        <dgm:presLayoutVars>
          <dgm:bulletEnabled val="1"/>
        </dgm:presLayoutVars>
      </dgm:prSet>
      <dgm:spPr/>
    </dgm:pt>
    <dgm:pt modelId="{40453781-DACE-4118-ADC4-2B966E9374E5}" type="pres">
      <dgm:prSet presAssocID="{44AB630E-CD8B-4223-9F51-5EEE4E054B0A}" presName="spacer" presStyleCnt="0"/>
      <dgm:spPr/>
    </dgm:pt>
    <dgm:pt modelId="{536722F8-2BA5-41A1-87DF-BBB1AF7DCA80}" type="pres">
      <dgm:prSet presAssocID="{99FF0D0F-282A-4030-9AF5-3B7621881539}" presName="comp" presStyleCnt="0"/>
      <dgm:spPr/>
    </dgm:pt>
    <dgm:pt modelId="{F36F4ED1-B414-46B8-A8C5-C0FB11F5CFBC}" type="pres">
      <dgm:prSet presAssocID="{99FF0D0F-282A-4030-9AF5-3B7621881539}" presName="box" presStyleLbl="node1" presStyleIdx="3" presStyleCnt="4"/>
      <dgm:spPr/>
    </dgm:pt>
    <dgm:pt modelId="{7C6A764B-C67C-494C-B90E-7B3C3DDE54A4}" type="pres">
      <dgm:prSet presAssocID="{99FF0D0F-282A-4030-9AF5-3B7621881539}" presName="img" presStyleLbl="fgImgPlace1" presStyleIdx="3" presStyleCnt="4"/>
      <dgm:spPr/>
    </dgm:pt>
    <dgm:pt modelId="{0E12AD21-08CC-4736-A269-DD5234F9D874}" type="pres">
      <dgm:prSet presAssocID="{99FF0D0F-282A-4030-9AF5-3B7621881539}" presName="text" presStyleLbl="node1" presStyleIdx="3" presStyleCnt="4">
        <dgm:presLayoutVars>
          <dgm:bulletEnabled val="1"/>
        </dgm:presLayoutVars>
      </dgm:prSet>
      <dgm:spPr/>
    </dgm:pt>
  </dgm:ptLst>
  <dgm:cxnLst>
    <dgm:cxn modelId="{399BD705-2380-48A3-9C48-1D49A5A32D61}" type="presOf" srcId="{2E221207-005F-49CB-81E1-6D036D64322B}" destId="{52D125D2-FCA7-4A2D-AB39-B6BD54F251F2}" srcOrd="1" destOrd="2" presId="urn:microsoft.com/office/officeart/2005/8/layout/vList4"/>
    <dgm:cxn modelId="{D5A6BA09-B5FA-43D6-B38E-B1471A8FCCAF}" type="presOf" srcId="{E995AE74-40E2-4ACC-B3EE-F2EEB75284C0}" destId="{F81F552D-7EE8-4A6D-A80E-CFE1CF1E7589}" srcOrd="1" destOrd="2" presId="urn:microsoft.com/office/officeart/2005/8/layout/vList4"/>
    <dgm:cxn modelId="{D2B94F0C-C779-4AC1-87E4-35116A3DED02}" type="presOf" srcId="{78BFB295-8F5D-4286-B72B-79142F8F0E13}" destId="{54FC4CB6-0791-48D3-B2C5-2E99B8AFCFF7}" srcOrd="0" destOrd="0" presId="urn:microsoft.com/office/officeart/2005/8/layout/vList4"/>
    <dgm:cxn modelId="{D5771F2D-99A4-4884-A896-FA1E2DEFDD88}" srcId="{99FF0D0F-282A-4030-9AF5-3B7621881539}" destId="{A2BD12B5-7AB5-4859-B57E-1E77C0ED35DF}" srcOrd="0" destOrd="0" parTransId="{AC7F7F07-A811-4CCD-BBFE-DAA4D1F5EE40}" sibTransId="{35EEEEB1-B116-40C6-8142-8F938AF38B0B}"/>
    <dgm:cxn modelId="{3A21ED2D-BFFE-4942-BD04-AB5B9DC419E5}" type="presOf" srcId="{99FF0D0F-282A-4030-9AF5-3B7621881539}" destId="{F36F4ED1-B414-46B8-A8C5-C0FB11F5CFBC}" srcOrd="0" destOrd="0" presId="urn:microsoft.com/office/officeart/2005/8/layout/vList4"/>
    <dgm:cxn modelId="{A6E20436-8EF1-4FFF-9C29-AC69BF1D5C4A}" type="presOf" srcId="{02A34BC0-F8BA-4A89-87A4-4F20079DFD06}" destId="{39AFE128-ACF6-44CA-B18B-64F5782CF210}" srcOrd="0" destOrd="0" presId="urn:microsoft.com/office/officeart/2005/8/layout/vList4"/>
    <dgm:cxn modelId="{484B8A37-0122-4FF5-93D2-4A15DF521A17}" srcId="{78BFB295-8F5D-4286-B72B-79142F8F0E13}" destId="{D868444B-AE34-4422-A6A5-1F7D392D0C20}" srcOrd="0" destOrd="0" parTransId="{7DB88D83-6C3A-48C1-8CAD-0D11C3BEC35C}" sibTransId="{74B9B1A5-94EB-40A9-BFF2-678501068FB8}"/>
    <dgm:cxn modelId="{040FC75B-63D6-4205-A996-7A824AA266CE}" type="presOf" srcId="{A2BD12B5-7AB5-4859-B57E-1E77C0ED35DF}" destId="{0E12AD21-08CC-4736-A269-DD5234F9D874}" srcOrd="1" destOrd="1" presId="urn:microsoft.com/office/officeart/2005/8/layout/vList4"/>
    <dgm:cxn modelId="{22F3405C-AB8E-4AC3-A83C-C551BA0831ED}" type="presOf" srcId="{55A2A9EB-4C26-43C3-B721-D475B10BC39B}" destId="{39AFE128-ACF6-44CA-B18B-64F5782CF210}" srcOrd="0" destOrd="2" presId="urn:microsoft.com/office/officeart/2005/8/layout/vList4"/>
    <dgm:cxn modelId="{7E8FC05E-FE02-4336-B1F8-3EAA05519A49}" type="presOf" srcId="{D868444B-AE34-4422-A6A5-1F7D392D0C20}" destId="{54FC4CB6-0791-48D3-B2C5-2E99B8AFCFF7}" srcOrd="0" destOrd="1" presId="urn:microsoft.com/office/officeart/2005/8/layout/vList4"/>
    <dgm:cxn modelId="{4FE7AF63-70AC-4ED4-8BFB-DCB2408F3318}" srcId="{BE45140C-C326-4DAA-A267-498AD5117D68}" destId="{99FF0D0F-282A-4030-9AF5-3B7621881539}" srcOrd="3" destOrd="0" parTransId="{A86F315C-C500-49D7-B443-1D58BD48589A}" sibTransId="{1CCC8D2D-CD28-4814-B055-28ABD65CA276}"/>
    <dgm:cxn modelId="{CA473C4B-CBB1-4D62-9769-2A8EF776F6BA}" type="presOf" srcId="{E995AE74-40E2-4ACC-B3EE-F2EEB75284C0}" destId="{DDE30541-7164-481F-9B97-CBF7409D44ED}" srcOrd="0" destOrd="2" presId="urn:microsoft.com/office/officeart/2005/8/layout/vList4"/>
    <dgm:cxn modelId="{47CA966B-2E01-4246-BB29-8E72D97F59C8}" type="presOf" srcId="{0227707B-AB27-46D8-AC96-6A5B1C037D7C}" destId="{F81F552D-7EE8-4A6D-A80E-CFE1CF1E7589}" srcOrd="1" destOrd="1" presId="urn:microsoft.com/office/officeart/2005/8/layout/vList4"/>
    <dgm:cxn modelId="{079CF56F-7A71-4503-BF2F-9932D44C6EFA}" type="presOf" srcId="{0227707B-AB27-46D8-AC96-6A5B1C037D7C}" destId="{DDE30541-7164-481F-9B97-CBF7409D44ED}" srcOrd="0" destOrd="1" presId="urn:microsoft.com/office/officeart/2005/8/layout/vList4"/>
    <dgm:cxn modelId="{3F2A6752-A5BB-4F63-B720-93C45E0B4F56}" type="presOf" srcId="{D546635F-000B-49DF-BB26-293CCA777400}" destId="{F36F4ED1-B414-46B8-A8C5-C0FB11F5CFBC}" srcOrd="0" destOrd="2" presId="urn:microsoft.com/office/officeart/2005/8/layout/vList4"/>
    <dgm:cxn modelId="{DC02AD53-682D-464B-9D09-C1B6DCD5AFB0}" type="presOf" srcId="{55A2A9EB-4C26-43C3-B721-D475B10BC39B}" destId="{CFFDF23F-D296-4CDF-8EE4-8A672559E207}" srcOrd="1" destOrd="2" presId="urn:microsoft.com/office/officeart/2005/8/layout/vList4"/>
    <dgm:cxn modelId="{0E2AE979-A66C-4CEC-BFF4-5B28BB7CD9EA}" srcId="{BE45140C-C326-4DAA-A267-498AD5117D68}" destId="{02A34BC0-F8BA-4A89-87A4-4F20079DFD06}" srcOrd="2" destOrd="0" parTransId="{9ADB496F-2DB6-4F16-8C91-2EB9CDF5F2F2}" sibTransId="{44AB630E-CD8B-4223-9F51-5EEE4E054B0A}"/>
    <dgm:cxn modelId="{2AD07198-D472-4B98-B6D5-5A730374E9A2}" srcId="{BE45140C-C326-4DAA-A267-498AD5117D68}" destId="{78BFB295-8F5D-4286-B72B-79142F8F0E13}" srcOrd="0" destOrd="0" parTransId="{F1885FAB-61EC-4F80-98D0-72360031AF9F}" sibTransId="{E88D0928-51D4-4670-8963-60ABBB193E13}"/>
    <dgm:cxn modelId="{FBEF4C9A-E5D4-462C-B35F-96C87426BEAB}" type="presOf" srcId="{A2BD12B5-7AB5-4859-B57E-1E77C0ED35DF}" destId="{F36F4ED1-B414-46B8-A8C5-C0FB11F5CFBC}" srcOrd="0" destOrd="1" presId="urn:microsoft.com/office/officeart/2005/8/layout/vList4"/>
    <dgm:cxn modelId="{690A389C-25C1-485B-88F9-437236A47744}" type="presOf" srcId="{BE45140C-C326-4DAA-A267-498AD5117D68}" destId="{6E1E561E-88C1-49C6-A3F7-DE4B9AD43273}" srcOrd="0" destOrd="0" presId="urn:microsoft.com/office/officeart/2005/8/layout/vList4"/>
    <dgm:cxn modelId="{ECFD91A4-F44F-4C84-8B25-37DA0B249A1F}" type="presOf" srcId="{78BFB295-8F5D-4286-B72B-79142F8F0E13}" destId="{52D125D2-FCA7-4A2D-AB39-B6BD54F251F2}" srcOrd="1" destOrd="0" presId="urn:microsoft.com/office/officeart/2005/8/layout/vList4"/>
    <dgm:cxn modelId="{67DE09B5-392E-4661-A7AE-A0572D63DA68}" type="presOf" srcId="{99FF0D0F-282A-4030-9AF5-3B7621881539}" destId="{0E12AD21-08CC-4736-A269-DD5234F9D874}" srcOrd="1" destOrd="0" presId="urn:microsoft.com/office/officeart/2005/8/layout/vList4"/>
    <dgm:cxn modelId="{778F2DBC-81F3-476D-BD99-784E4F7153C8}" srcId="{02A34BC0-F8BA-4A89-87A4-4F20079DFD06}" destId="{EA3B2395-55AF-495E-9D6B-329D2886612F}" srcOrd="0" destOrd="0" parTransId="{01DA10B6-3F7A-4C8A-AACD-F605EE6CCF20}" sibTransId="{11A4E056-7834-4F82-8A9C-B8EA31F159E3}"/>
    <dgm:cxn modelId="{67D188C4-FAB3-4E80-9829-86455ADA92E2}" srcId="{162997A2-6D38-43E6-8954-71B88AB50219}" destId="{E995AE74-40E2-4ACC-B3EE-F2EEB75284C0}" srcOrd="1" destOrd="0" parTransId="{8DC8F482-1485-48DD-AF66-D7D951C4EDFA}" sibTransId="{86835E57-ED0E-402B-821E-F716C38C322F}"/>
    <dgm:cxn modelId="{FE5360C5-555C-42B2-9E63-16D2D46F21B1}" type="presOf" srcId="{D868444B-AE34-4422-A6A5-1F7D392D0C20}" destId="{52D125D2-FCA7-4A2D-AB39-B6BD54F251F2}" srcOrd="1" destOrd="1" presId="urn:microsoft.com/office/officeart/2005/8/layout/vList4"/>
    <dgm:cxn modelId="{059092C5-86F0-4CDF-9CC9-122C8CC3C461}" type="presOf" srcId="{162997A2-6D38-43E6-8954-71B88AB50219}" destId="{F81F552D-7EE8-4A6D-A80E-CFE1CF1E7589}" srcOrd="1" destOrd="0" presId="urn:microsoft.com/office/officeart/2005/8/layout/vList4"/>
    <dgm:cxn modelId="{1C3272C9-C630-4D60-B76B-138907BB4D41}" srcId="{78BFB295-8F5D-4286-B72B-79142F8F0E13}" destId="{2E221207-005F-49CB-81E1-6D036D64322B}" srcOrd="1" destOrd="0" parTransId="{B200B6AA-AA2A-4CB8-80FF-4BB54938E8A5}" sibTransId="{3728DB5E-E904-481D-A1E5-49CF4AFFC0D3}"/>
    <dgm:cxn modelId="{B0C181C9-77EB-4775-B9E6-C6CBDA60E6EB}" type="presOf" srcId="{EA3B2395-55AF-495E-9D6B-329D2886612F}" destId="{CFFDF23F-D296-4CDF-8EE4-8A672559E207}" srcOrd="1" destOrd="1" presId="urn:microsoft.com/office/officeart/2005/8/layout/vList4"/>
    <dgm:cxn modelId="{ECED70CB-7A25-48F8-9E03-51596FB1E92C}" srcId="{02A34BC0-F8BA-4A89-87A4-4F20079DFD06}" destId="{55A2A9EB-4C26-43C3-B721-D475B10BC39B}" srcOrd="1" destOrd="0" parTransId="{B8424EB2-FFE7-4867-9D5A-EE0D46E8AAFE}" sibTransId="{4EF4588A-187C-4393-9DFC-C6D80B20E995}"/>
    <dgm:cxn modelId="{D1C04ECF-982A-425F-B2B1-9CF15BCEB83B}" type="presOf" srcId="{D546635F-000B-49DF-BB26-293CCA777400}" destId="{0E12AD21-08CC-4736-A269-DD5234F9D874}" srcOrd="1" destOrd="2" presId="urn:microsoft.com/office/officeart/2005/8/layout/vList4"/>
    <dgm:cxn modelId="{22A4C7D2-C14A-4622-8C4E-3FE51F50DCC3}" type="presOf" srcId="{02A34BC0-F8BA-4A89-87A4-4F20079DFD06}" destId="{CFFDF23F-D296-4CDF-8EE4-8A672559E207}" srcOrd="1" destOrd="0" presId="urn:microsoft.com/office/officeart/2005/8/layout/vList4"/>
    <dgm:cxn modelId="{A70C9FD5-2935-4C81-937A-B6C05F5E54BA}" type="presOf" srcId="{2E221207-005F-49CB-81E1-6D036D64322B}" destId="{54FC4CB6-0791-48D3-B2C5-2E99B8AFCFF7}" srcOrd="0" destOrd="2" presId="urn:microsoft.com/office/officeart/2005/8/layout/vList4"/>
    <dgm:cxn modelId="{320490E8-2383-4934-BB28-DF67A76430AE}" srcId="{BE45140C-C326-4DAA-A267-498AD5117D68}" destId="{162997A2-6D38-43E6-8954-71B88AB50219}" srcOrd="1" destOrd="0" parTransId="{9827AFF0-A3C7-475E-872F-5C5E56D04C7C}" sibTransId="{BECAA106-8389-44ED-9B10-EDCDC5E339F6}"/>
    <dgm:cxn modelId="{5BC16DEC-007E-4383-AA70-9CC7386028E0}" srcId="{162997A2-6D38-43E6-8954-71B88AB50219}" destId="{0227707B-AB27-46D8-AC96-6A5B1C037D7C}" srcOrd="0" destOrd="0" parTransId="{8C18E2D5-9948-4BAA-A240-C5627887CC38}" sibTransId="{3F627626-807C-431F-86AC-68A8285ABF4C}"/>
    <dgm:cxn modelId="{DCFA8AF0-D66A-481B-8CB7-AF45E4EFC2E6}" type="presOf" srcId="{162997A2-6D38-43E6-8954-71B88AB50219}" destId="{DDE30541-7164-481F-9B97-CBF7409D44ED}" srcOrd="0" destOrd="0" presId="urn:microsoft.com/office/officeart/2005/8/layout/vList4"/>
    <dgm:cxn modelId="{AC0A7FF3-EEC4-470A-823E-BF7AF1556A99}" srcId="{99FF0D0F-282A-4030-9AF5-3B7621881539}" destId="{D546635F-000B-49DF-BB26-293CCA777400}" srcOrd="1" destOrd="0" parTransId="{5437D343-BECF-4620-B6C7-7088D8BBD91B}" sibTransId="{B01A0825-9EDF-4B9A-B345-1B486D914AD4}"/>
    <dgm:cxn modelId="{7ABE08FD-4ED4-44FB-BFBA-794B6C5FA813}" type="presOf" srcId="{EA3B2395-55AF-495E-9D6B-329D2886612F}" destId="{39AFE128-ACF6-44CA-B18B-64F5782CF210}" srcOrd="0" destOrd="1" presId="urn:microsoft.com/office/officeart/2005/8/layout/vList4"/>
    <dgm:cxn modelId="{DA463EE6-78DB-4E59-8099-EBA029F401B0}" type="presParOf" srcId="{6E1E561E-88C1-49C6-A3F7-DE4B9AD43273}" destId="{F70979D0-5925-4EC3-AD84-986E0EC7B0D8}" srcOrd="0" destOrd="0" presId="urn:microsoft.com/office/officeart/2005/8/layout/vList4"/>
    <dgm:cxn modelId="{2FE346D7-6685-4BD0-9465-988681234E35}" type="presParOf" srcId="{F70979D0-5925-4EC3-AD84-986E0EC7B0D8}" destId="{54FC4CB6-0791-48D3-B2C5-2E99B8AFCFF7}" srcOrd="0" destOrd="0" presId="urn:microsoft.com/office/officeart/2005/8/layout/vList4"/>
    <dgm:cxn modelId="{3671DC51-8308-4E14-B210-C8528BB18500}" type="presParOf" srcId="{F70979D0-5925-4EC3-AD84-986E0EC7B0D8}" destId="{9A7E2690-DE9C-4572-9BE5-B8C9A3B8BBB3}" srcOrd="1" destOrd="0" presId="urn:microsoft.com/office/officeart/2005/8/layout/vList4"/>
    <dgm:cxn modelId="{36512CCB-6AF4-4E79-94F2-3EAFE5E8BC48}" type="presParOf" srcId="{F70979D0-5925-4EC3-AD84-986E0EC7B0D8}" destId="{52D125D2-FCA7-4A2D-AB39-B6BD54F251F2}" srcOrd="2" destOrd="0" presId="urn:microsoft.com/office/officeart/2005/8/layout/vList4"/>
    <dgm:cxn modelId="{ECC56BF9-E938-422B-98CD-A358ACD6F8DC}" type="presParOf" srcId="{6E1E561E-88C1-49C6-A3F7-DE4B9AD43273}" destId="{E95CA29D-745B-40BA-93B6-BB607C99A2CE}" srcOrd="1" destOrd="0" presId="urn:microsoft.com/office/officeart/2005/8/layout/vList4"/>
    <dgm:cxn modelId="{41FD8DE8-B437-4E78-A2C5-0BF5EE9D63A4}" type="presParOf" srcId="{6E1E561E-88C1-49C6-A3F7-DE4B9AD43273}" destId="{AA0E10B0-EAB0-4992-9CCA-B487E52ADCD3}" srcOrd="2" destOrd="0" presId="urn:microsoft.com/office/officeart/2005/8/layout/vList4"/>
    <dgm:cxn modelId="{31D63EEA-92F9-48AC-A8B7-C8C3302BAB95}" type="presParOf" srcId="{AA0E10B0-EAB0-4992-9CCA-B487E52ADCD3}" destId="{DDE30541-7164-481F-9B97-CBF7409D44ED}" srcOrd="0" destOrd="0" presId="urn:microsoft.com/office/officeart/2005/8/layout/vList4"/>
    <dgm:cxn modelId="{DA9BFF37-6615-4A13-973A-035EB68C6365}" type="presParOf" srcId="{AA0E10B0-EAB0-4992-9CCA-B487E52ADCD3}" destId="{F242E870-59E2-412B-811D-FB60F33A64C0}" srcOrd="1" destOrd="0" presId="urn:microsoft.com/office/officeart/2005/8/layout/vList4"/>
    <dgm:cxn modelId="{83AF4A9A-DF37-490C-B808-103FA36D4879}" type="presParOf" srcId="{AA0E10B0-EAB0-4992-9CCA-B487E52ADCD3}" destId="{F81F552D-7EE8-4A6D-A80E-CFE1CF1E7589}" srcOrd="2" destOrd="0" presId="urn:microsoft.com/office/officeart/2005/8/layout/vList4"/>
    <dgm:cxn modelId="{7977BED1-11BB-4B69-ACEF-B8EF7D5B6B8B}" type="presParOf" srcId="{6E1E561E-88C1-49C6-A3F7-DE4B9AD43273}" destId="{6B3ABC05-0665-4682-B2F9-D6F1274AFD17}" srcOrd="3" destOrd="0" presId="urn:microsoft.com/office/officeart/2005/8/layout/vList4"/>
    <dgm:cxn modelId="{158F6488-FF9D-4053-8FD1-E0DD5F22ECAD}" type="presParOf" srcId="{6E1E561E-88C1-49C6-A3F7-DE4B9AD43273}" destId="{41A67AC8-1DD7-4AB7-96A3-87B24035E3FA}" srcOrd="4" destOrd="0" presId="urn:microsoft.com/office/officeart/2005/8/layout/vList4"/>
    <dgm:cxn modelId="{236FF4A9-4957-4F7A-A24B-795FE34BEEFD}" type="presParOf" srcId="{41A67AC8-1DD7-4AB7-96A3-87B24035E3FA}" destId="{39AFE128-ACF6-44CA-B18B-64F5782CF210}" srcOrd="0" destOrd="0" presId="urn:microsoft.com/office/officeart/2005/8/layout/vList4"/>
    <dgm:cxn modelId="{5BD15FCC-0B87-4D85-98EC-9D897E4655EE}" type="presParOf" srcId="{41A67AC8-1DD7-4AB7-96A3-87B24035E3FA}" destId="{3F97C059-D720-4D48-953F-B84D04D0BF79}" srcOrd="1" destOrd="0" presId="urn:microsoft.com/office/officeart/2005/8/layout/vList4"/>
    <dgm:cxn modelId="{3156CEE4-28C8-4C16-85AC-EE6796DAD482}" type="presParOf" srcId="{41A67AC8-1DD7-4AB7-96A3-87B24035E3FA}" destId="{CFFDF23F-D296-4CDF-8EE4-8A672559E207}" srcOrd="2" destOrd="0" presId="urn:microsoft.com/office/officeart/2005/8/layout/vList4"/>
    <dgm:cxn modelId="{C9CD1524-D5D2-47DD-A731-469F83B73691}" type="presParOf" srcId="{6E1E561E-88C1-49C6-A3F7-DE4B9AD43273}" destId="{40453781-DACE-4118-ADC4-2B966E9374E5}" srcOrd="5" destOrd="0" presId="urn:microsoft.com/office/officeart/2005/8/layout/vList4"/>
    <dgm:cxn modelId="{D2619F68-F71E-4DB7-B3E4-C0C69EDAA7FE}" type="presParOf" srcId="{6E1E561E-88C1-49C6-A3F7-DE4B9AD43273}" destId="{536722F8-2BA5-41A1-87DF-BBB1AF7DCA80}" srcOrd="6" destOrd="0" presId="urn:microsoft.com/office/officeart/2005/8/layout/vList4"/>
    <dgm:cxn modelId="{AFABECF8-EB39-4A9E-BB52-4A457A2CDD0A}" type="presParOf" srcId="{536722F8-2BA5-41A1-87DF-BBB1AF7DCA80}" destId="{F36F4ED1-B414-46B8-A8C5-C0FB11F5CFBC}" srcOrd="0" destOrd="0" presId="urn:microsoft.com/office/officeart/2005/8/layout/vList4"/>
    <dgm:cxn modelId="{F3A74078-C1EC-4C6F-B1ED-565182E04087}" type="presParOf" srcId="{536722F8-2BA5-41A1-87DF-BBB1AF7DCA80}" destId="{7C6A764B-C67C-494C-B90E-7B3C3DDE54A4}" srcOrd="1" destOrd="0" presId="urn:microsoft.com/office/officeart/2005/8/layout/vList4"/>
    <dgm:cxn modelId="{1973AF99-46F9-4317-B911-25815C189087}" type="presParOf" srcId="{536722F8-2BA5-41A1-87DF-BBB1AF7DCA80}" destId="{0E12AD21-08CC-4736-A269-DD5234F9D874}"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FC4CB6-0791-48D3-B2C5-2E99B8AFCFF7}">
      <dsp:nvSpPr>
        <dsp:cNvPr id="0" name=""/>
        <dsp:cNvSpPr/>
      </dsp:nvSpPr>
      <dsp:spPr>
        <a:xfrm>
          <a:off x="0" y="0"/>
          <a:ext cx="7633494" cy="1011163"/>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CL" sz="1600" kern="1200" dirty="0"/>
            <a:t>Eyleen Collado</a:t>
          </a:r>
        </a:p>
        <a:p>
          <a:pPr marL="114300" lvl="1" indent="-114300" algn="l" defTabSz="533400">
            <a:lnSpc>
              <a:spcPct val="90000"/>
            </a:lnSpc>
            <a:spcBef>
              <a:spcPct val="0"/>
            </a:spcBef>
            <a:spcAft>
              <a:spcPct val="15000"/>
            </a:spcAft>
            <a:buChar char="•"/>
          </a:pPr>
          <a:r>
            <a:rPr lang="es-MX" sz="1200" kern="1200" dirty="0" err="1"/>
            <a:t>Product</a:t>
          </a:r>
          <a:r>
            <a:rPr lang="es-MX" sz="1200" kern="1200" dirty="0"/>
            <a:t> </a:t>
          </a:r>
          <a:r>
            <a:rPr lang="es-MX" sz="1200" kern="1200" dirty="0" err="1"/>
            <a:t>Owner</a:t>
          </a:r>
          <a:endParaRPr lang="es-CL" sz="1200" kern="1200" dirty="0"/>
        </a:p>
        <a:p>
          <a:pPr marL="114300" lvl="1" indent="-114300" algn="l" defTabSz="533400">
            <a:lnSpc>
              <a:spcPct val="90000"/>
            </a:lnSpc>
            <a:spcBef>
              <a:spcPct val="0"/>
            </a:spcBef>
            <a:spcAft>
              <a:spcPct val="15000"/>
            </a:spcAft>
            <a:buChar char="•"/>
          </a:pPr>
          <a:r>
            <a:rPr lang="es-ES" sz="1200" kern="1200" dirty="0"/>
            <a:t>Coordinación general, priorización del MVP y creación de toda la documentación del proyecto.</a:t>
          </a:r>
          <a:endParaRPr lang="es-CL" sz="1200" kern="1200" dirty="0"/>
        </a:p>
      </dsp:txBody>
      <dsp:txXfrm>
        <a:off x="1627815" y="0"/>
        <a:ext cx="6005678" cy="1011163"/>
      </dsp:txXfrm>
    </dsp:sp>
    <dsp:sp modelId="{9A7E2690-DE9C-4572-9BE5-B8C9A3B8BBB3}">
      <dsp:nvSpPr>
        <dsp:cNvPr id="0" name=""/>
        <dsp:cNvSpPr/>
      </dsp:nvSpPr>
      <dsp:spPr>
        <a:xfrm>
          <a:off x="101116" y="101116"/>
          <a:ext cx="1526698" cy="808931"/>
        </a:xfrm>
        <a:prstGeom prst="roundRect">
          <a:avLst>
            <a:gd name="adj" fmla="val 10000"/>
          </a:avLst>
        </a:prstGeom>
        <a:solidFill>
          <a:schemeClr val="accent5">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DDE30541-7164-481F-9B97-CBF7409D44ED}">
      <dsp:nvSpPr>
        <dsp:cNvPr id="0" name=""/>
        <dsp:cNvSpPr/>
      </dsp:nvSpPr>
      <dsp:spPr>
        <a:xfrm>
          <a:off x="0" y="1103543"/>
          <a:ext cx="7633494" cy="1011163"/>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dirty="0"/>
            <a:t>Marcos </a:t>
          </a:r>
          <a:r>
            <a:rPr lang="es-MX" sz="1600" kern="1200" dirty="0" err="1"/>
            <a:t>Bombalas</a:t>
          </a:r>
          <a:endParaRPr lang="es-CL" sz="1600" kern="1200" dirty="0"/>
        </a:p>
        <a:p>
          <a:pPr marL="114300" lvl="1" indent="-114300" algn="l" defTabSz="533400">
            <a:lnSpc>
              <a:spcPct val="90000"/>
            </a:lnSpc>
            <a:spcBef>
              <a:spcPct val="0"/>
            </a:spcBef>
            <a:spcAft>
              <a:spcPct val="15000"/>
            </a:spcAft>
            <a:buChar char="•"/>
          </a:pPr>
          <a:r>
            <a:rPr lang="es-MX" sz="1200" kern="1200" dirty="0"/>
            <a:t>Scrum Master</a:t>
          </a:r>
          <a:endParaRPr lang="es-CL" sz="1200" kern="1200" dirty="0"/>
        </a:p>
        <a:p>
          <a:pPr marL="114300" lvl="1" indent="-114300" algn="l" defTabSz="533400">
            <a:lnSpc>
              <a:spcPct val="90000"/>
            </a:lnSpc>
            <a:spcBef>
              <a:spcPct val="0"/>
            </a:spcBef>
            <a:spcAft>
              <a:spcPct val="15000"/>
            </a:spcAft>
            <a:buChar char="•"/>
          </a:pPr>
          <a:r>
            <a:rPr lang="es-ES" sz="1200" kern="1200" dirty="0"/>
            <a:t>Integración del pipeline </a:t>
          </a:r>
          <a:r>
            <a:rPr lang="es-ES" sz="1200" kern="1200" dirty="0" err="1"/>
            <a:t>voz→texto→avatar</a:t>
          </a:r>
          <a:r>
            <a:rPr lang="es-ES" sz="1200" kern="1200" dirty="0"/>
            <a:t> y </a:t>
          </a:r>
          <a:r>
            <a:rPr lang="es-ES" sz="1200" kern="1200" dirty="0" err="1"/>
            <a:t>modularización</a:t>
          </a:r>
          <a:r>
            <a:rPr lang="es-ES" sz="1200" kern="1200" dirty="0"/>
            <a:t> del cliente en Godot.</a:t>
          </a:r>
          <a:endParaRPr lang="es-CL" sz="1200" kern="1200" dirty="0"/>
        </a:p>
      </dsp:txBody>
      <dsp:txXfrm>
        <a:off x="1627815" y="1103543"/>
        <a:ext cx="6005678" cy="1011163"/>
      </dsp:txXfrm>
    </dsp:sp>
    <dsp:sp modelId="{F242E870-59E2-412B-811D-FB60F33A64C0}">
      <dsp:nvSpPr>
        <dsp:cNvPr id="0" name=""/>
        <dsp:cNvSpPr/>
      </dsp:nvSpPr>
      <dsp:spPr>
        <a:xfrm>
          <a:off x="101116" y="1213396"/>
          <a:ext cx="1526698" cy="808931"/>
        </a:xfrm>
        <a:prstGeom prst="roundRect">
          <a:avLst>
            <a:gd name="adj" fmla="val 10000"/>
          </a:avLst>
        </a:prstGeom>
        <a:solidFill>
          <a:schemeClr val="accent5">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39AFE128-ACF6-44CA-B18B-64F5782CF210}">
      <dsp:nvSpPr>
        <dsp:cNvPr id="0" name=""/>
        <dsp:cNvSpPr/>
      </dsp:nvSpPr>
      <dsp:spPr>
        <a:xfrm>
          <a:off x="0" y="2224560"/>
          <a:ext cx="7633494" cy="1011163"/>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dirty="0"/>
            <a:t>Luis Gómez</a:t>
          </a:r>
          <a:endParaRPr lang="es-CL" sz="1600" kern="1200" dirty="0"/>
        </a:p>
        <a:p>
          <a:pPr marL="114300" lvl="1" indent="-114300" algn="l" defTabSz="533400">
            <a:lnSpc>
              <a:spcPct val="90000"/>
            </a:lnSpc>
            <a:spcBef>
              <a:spcPct val="0"/>
            </a:spcBef>
            <a:spcAft>
              <a:spcPct val="15000"/>
            </a:spcAft>
            <a:buChar char="•"/>
          </a:pPr>
          <a:r>
            <a:rPr lang="es-MX" sz="1200" kern="1200" dirty="0"/>
            <a:t>Desarrollador</a:t>
          </a:r>
          <a:endParaRPr lang="es-CL" sz="1200" kern="1200" dirty="0"/>
        </a:p>
        <a:p>
          <a:pPr marL="114300" lvl="1" indent="-114300" algn="l" defTabSz="533400">
            <a:lnSpc>
              <a:spcPct val="90000"/>
            </a:lnSpc>
            <a:spcBef>
              <a:spcPct val="0"/>
            </a:spcBef>
            <a:spcAft>
              <a:spcPct val="15000"/>
            </a:spcAft>
            <a:buChar char="•"/>
          </a:pPr>
          <a:r>
            <a:rPr lang="es-ES" sz="1200" kern="1200" dirty="0"/>
            <a:t>Implementación de </a:t>
          </a:r>
          <a:r>
            <a:rPr lang="es-ES" sz="1200" kern="1200" dirty="0" err="1"/>
            <a:t>Whisper</a:t>
          </a:r>
          <a:r>
            <a:rPr lang="es-ES" sz="1200" kern="1200" dirty="0"/>
            <a:t>/</a:t>
          </a:r>
          <a:r>
            <a:rPr lang="es-ES" sz="1200" kern="1200" dirty="0" err="1"/>
            <a:t>FastAPI</a:t>
          </a:r>
          <a:r>
            <a:rPr lang="es-ES" sz="1200" kern="1200" dirty="0"/>
            <a:t> y normalización semántica.</a:t>
          </a:r>
          <a:endParaRPr lang="es-CL" sz="1200" kern="1200" dirty="0"/>
        </a:p>
      </dsp:txBody>
      <dsp:txXfrm>
        <a:off x="1627815" y="2224560"/>
        <a:ext cx="6005678" cy="1011163"/>
      </dsp:txXfrm>
    </dsp:sp>
    <dsp:sp modelId="{3F97C059-D720-4D48-953F-B84D04D0BF79}">
      <dsp:nvSpPr>
        <dsp:cNvPr id="0" name=""/>
        <dsp:cNvSpPr/>
      </dsp:nvSpPr>
      <dsp:spPr>
        <a:xfrm>
          <a:off x="101116" y="2325677"/>
          <a:ext cx="1526698" cy="808931"/>
        </a:xfrm>
        <a:prstGeom prst="roundRect">
          <a:avLst>
            <a:gd name="adj" fmla="val 10000"/>
          </a:avLst>
        </a:prstGeom>
        <a:solidFill>
          <a:schemeClr val="accent5">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F36F4ED1-B414-46B8-A8C5-C0FB11F5CFBC}">
      <dsp:nvSpPr>
        <dsp:cNvPr id="0" name=""/>
        <dsp:cNvSpPr/>
      </dsp:nvSpPr>
      <dsp:spPr>
        <a:xfrm>
          <a:off x="0" y="3336840"/>
          <a:ext cx="7633494" cy="1011163"/>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CL" sz="1600" kern="1200" dirty="0"/>
            <a:t>Marcos Hernández</a:t>
          </a:r>
        </a:p>
        <a:p>
          <a:pPr marL="114300" lvl="1" indent="-114300" algn="l" defTabSz="533400">
            <a:lnSpc>
              <a:spcPct val="90000"/>
            </a:lnSpc>
            <a:spcBef>
              <a:spcPct val="0"/>
            </a:spcBef>
            <a:spcAft>
              <a:spcPct val="15000"/>
            </a:spcAft>
            <a:buChar char="•"/>
          </a:pPr>
          <a:r>
            <a:rPr lang="es-MX" sz="1200" kern="1200" dirty="0"/>
            <a:t>Desarrollador</a:t>
          </a:r>
          <a:endParaRPr lang="es-CL" sz="1200" kern="1200" dirty="0"/>
        </a:p>
        <a:p>
          <a:pPr marL="114300" lvl="1" indent="-114300" algn="l" defTabSz="533400">
            <a:lnSpc>
              <a:spcPct val="90000"/>
            </a:lnSpc>
            <a:spcBef>
              <a:spcPct val="0"/>
            </a:spcBef>
            <a:spcAft>
              <a:spcPct val="15000"/>
            </a:spcAft>
            <a:buChar char="•"/>
          </a:pPr>
          <a:r>
            <a:rPr lang="es-ES" sz="1200" kern="1200" dirty="0"/>
            <a:t>Modelado 3D, </a:t>
          </a:r>
          <a:r>
            <a:rPr lang="es-ES" sz="1200" kern="1200" dirty="0" err="1"/>
            <a:t>rigging</a:t>
          </a:r>
          <a:r>
            <a:rPr lang="es-ES" sz="1200" kern="1200" dirty="0"/>
            <a:t> y validación del avatar compatible con </a:t>
          </a:r>
          <a:r>
            <a:rPr lang="es-ES" sz="1200" kern="1200" dirty="0" err="1"/>
            <a:t>Blender</a:t>
          </a:r>
          <a:r>
            <a:rPr lang="es-ES" sz="1200" kern="1200" dirty="0"/>
            <a:t>/Godot, intérprete en la captura de señas.</a:t>
          </a:r>
          <a:endParaRPr lang="es-CL" sz="1200" kern="1200" dirty="0"/>
        </a:p>
      </dsp:txBody>
      <dsp:txXfrm>
        <a:off x="1627815" y="3336840"/>
        <a:ext cx="6005678" cy="1011163"/>
      </dsp:txXfrm>
    </dsp:sp>
    <dsp:sp modelId="{7C6A764B-C67C-494C-B90E-7B3C3DDE54A4}">
      <dsp:nvSpPr>
        <dsp:cNvPr id="0" name=""/>
        <dsp:cNvSpPr/>
      </dsp:nvSpPr>
      <dsp:spPr>
        <a:xfrm>
          <a:off x="101116" y="3437957"/>
          <a:ext cx="1526698" cy="808931"/>
        </a:xfrm>
        <a:prstGeom prst="roundRect">
          <a:avLst>
            <a:gd name="adj" fmla="val 10000"/>
          </a:avLst>
        </a:prstGeom>
        <a:solidFill>
          <a:schemeClr val="accent5">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64A916-2C2E-265E-D1A7-F8BA8BAA561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2E2B618F-FEF4-D0FB-4038-D93A262EA3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5443312A-AEFB-3177-E12B-386C4F4291CC}"/>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5" name="Marcador de pie de página 4">
            <a:extLst>
              <a:ext uri="{FF2B5EF4-FFF2-40B4-BE49-F238E27FC236}">
                <a16:creationId xmlns:a16="http://schemas.microsoft.com/office/drawing/2014/main" id="{A47C3C00-ADC0-ABB2-EF55-4D170DA0D74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1B0C28A-E393-39C0-65D4-7252445FA6A3}"/>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405388704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A7B6CD-9456-B138-ECD2-C8D7A666C49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B874D6B0-7AF3-685F-CEAB-5529E05E8CF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AF52F25-C2C6-7F7B-276E-37CD648AA75E}"/>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5" name="Marcador de pie de página 4">
            <a:extLst>
              <a:ext uri="{FF2B5EF4-FFF2-40B4-BE49-F238E27FC236}">
                <a16:creationId xmlns:a16="http://schemas.microsoft.com/office/drawing/2014/main" id="{03947A73-C5CF-9FE2-967B-D4D866F9DD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0ECAE93-9144-BF33-1401-DF6FFF6FAB64}"/>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623929711"/>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B56A89-B019-96BD-5BAD-62AE0C3AC10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B22B60B4-76B8-D88B-5674-F86DC36707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9DE800A-255F-4AE1-5E56-606A61B379B8}"/>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5" name="Marcador de pie de página 4">
            <a:extLst>
              <a:ext uri="{FF2B5EF4-FFF2-40B4-BE49-F238E27FC236}">
                <a16:creationId xmlns:a16="http://schemas.microsoft.com/office/drawing/2014/main" id="{8DFC92BF-9B9F-10CC-5BC8-BAC85DDB9BBC}"/>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3372357-062E-F22F-4B80-ED779DDD11B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9142600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399D17-3BAA-B1F3-D450-274A02753DE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3660F58E-6555-CC20-7FB5-60DB4AEFC8C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42CAA47F-EB54-628D-A823-3A00718BE86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890AFF8-D9BE-4C13-0483-E843C51CA16A}"/>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6" name="Marcador de pie de página 5">
            <a:extLst>
              <a:ext uri="{FF2B5EF4-FFF2-40B4-BE49-F238E27FC236}">
                <a16:creationId xmlns:a16="http://schemas.microsoft.com/office/drawing/2014/main" id="{2ECF5C03-2790-90EB-0D65-AA62820C0CD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491F526-CDE5-755B-4A3F-50F807763AF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352846858"/>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9CF108-6B99-8CCE-C8FD-D995F9965A5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B0B922A-6156-2235-AA95-A8B8C02B33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F40D8F2-325E-B2D8-EDDA-56DE9D1F201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58884F1-5F33-E36A-DEE4-9693FBE7DB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5DF08E0-1508-F512-337D-F5C8A5F0C35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A553ED18-81E3-9782-22CD-40D6A19098E9}"/>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8" name="Marcador de pie de página 7">
            <a:extLst>
              <a:ext uri="{FF2B5EF4-FFF2-40B4-BE49-F238E27FC236}">
                <a16:creationId xmlns:a16="http://schemas.microsoft.com/office/drawing/2014/main" id="{F78D2E67-9BFA-E800-3A7E-8900D96D4AB2}"/>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056AEF8A-22F0-544A-1B96-40996F1A6F82}"/>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226304476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80A5D8-AC89-1289-2F04-0814CB9B163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A703452B-17EB-394F-735B-5A921A58A383}"/>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4" name="Marcador de pie de página 3">
            <a:extLst>
              <a:ext uri="{FF2B5EF4-FFF2-40B4-BE49-F238E27FC236}">
                <a16:creationId xmlns:a16="http://schemas.microsoft.com/office/drawing/2014/main" id="{A60A54D4-94C4-7743-43A2-1A52792A4A3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69886359-BA16-2E60-D21D-C9E1AD88B45E}"/>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802827478"/>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9082406-6A57-2057-24EC-1A6C257A2E2A}"/>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3" name="Marcador de pie de página 2">
            <a:extLst>
              <a:ext uri="{FF2B5EF4-FFF2-40B4-BE49-F238E27FC236}">
                <a16:creationId xmlns:a16="http://schemas.microsoft.com/office/drawing/2014/main" id="{4D4737A7-3975-9225-3AAC-282F9F4567A6}"/>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0758996F-BDE4-86FA-BD9D-DFCAB9143F7E}"/>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253576406"/>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5B1326-48D6-CCCF-9030-3AC9A67CDAC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7704BD84-4F55-3649-4756-7A4CE760D3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3F111F47-438E-ECB7-5D1F-CB07E54FD6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01E9545-DD0E-6A0B-2B88-934785A7ED75}"/>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6" name="Marcador de pie de página 5">
            <a:extLst>
              <a:ext uri="{FF2B5EF4-FFF2-40B4-BE49-F238E27FC236}">
                <a16:creationId xmlns:a16="http://schemas.microsoft.com/office/drawing/2014/main" id="{D23CD897-12AF-A56D-CB14-1B41012DE2C7}"/>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9257B85-275B-F539-96E6-BF6C3F487D25}"/>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153514770"/>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5BFE8-4F8E-9F77-F45C-B4D870295BB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23CB21F6-368F-6F50-5C0D-6BE2DDE1E4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E012122B-29C5-7F4E-7EFB-41EF277FCE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17332B2-B78B-790B-184B-C7299CC48B23}"/>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6" name="Marcador de pie de página 5">
            <a:extLst>
              <a:ext uri="{FF2B5EF4-FFF2-40B4-BE49-F238E27FC236}">
                <a16:creationId xmlns:a16="http://schemas.microsoft.com/office/drawing/2014/main" id="{761CBB3B-17B4-113F-AA5B-E804167ADCD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1C8A1FFA-A66B-F32D-E3CE-2337B07F5FA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4236603574"/>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CA4049-BEF3-0AFD-A19B-45FF1D82064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44FD3394-1BB2-4A78-E0C2-B81E3B0A0CE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FB1E014-02B1-2EA8-C324-69C0657119E1}"/>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5" name="Marcador de pie de página 4">
            <a:extLst>
              <a:ext uri="{FF2B5EF4-FFF2-40B4-BE49-F238E27FC236}">
                <a16:creationId xmlns:a16="http://schemas.microsoft.com/office/drawing/2014/main" id="{15D9E46F-A5FD-E000-2817-06E54BC72CB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5F151D9-94A1-87E1-B673-4D3D316B9078}"/>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085804739"/>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B72A6E5-A0E4-586A-8BAE-08F39AC9E9A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C8C75B9-2362-53B4-3282-7D8A22F0619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B97AA35-3C24-08C9-2992-BE0C70C5DAAA}"/>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5" name="Marcador de pie de página 4">
            <a:extLst>
              <a:ext uri="{FF2B5EF4-FFF2-40B4-BE49-F238E27FC236}">
                <a16:creationId xmlns:a16="http://schemas.microsoft.com/office/drawing/2014/main" id="{59103D78-DCDD-276E-7575-A1992D704E5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9B60B15A-BAF6-5EBF-7331-0AFFFFABED0D}"/>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223337686"/>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48B6D4E-E3C2-3792-E3C4-2CBC2E052D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882E89E-FB21-817B-8050-7AD81F9CED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3A1C48C-F8B6-B30A-3815-D7ADD14FF2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1704C8-43E3-4F4F-BE90-356A640D5754}" type="datetimeFigureOut">
              <a:rPr lang="es-CL" smtClean="0"/>
              <a:t>16-11-2025</a:t>
            </a:fld>
            <a:endParaRPr lang="es-CL"/>
          </a:p>
        </p:txBody>
      </p:sp>
      <p:sp>
        <p:nvSpPr>
          <p:cNvPr id="5" name="Marcador de pie de página 4">
            <a:extLst>
              <a:ext uri="{FF2B5EF4-FFF2-40B4-BE49-F238E27FC236}">
                <a16:creationId xmlns:a16="http://schemas.microsoft.com/office/drawing/2014/main" id="{C909214F-88E2-1045-9D0B-C2ECD481C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2D38CA17-DD6E-139F-6ED9-FAD83BB727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B2AF52-67EF-4B3A-939D-BC0B060810A1}" type="slidenum">
              <a:rPr lang="es-CL" smtClean="0"/>
              <a:t>‹Nº›</a:t>
            </a:fld>
            <a:endParaRPr lang="es-CL"/>
          </a:p>
        </p:txBody>
      </p:sp>
    </p:spTree>
    <p:extLst>
      <p:ext uri="{BB962C8B-B14F-4D97-AF65-F5344CB8AC3E}">
        <p14:creationId xmlns:p14="http://schemas.microsoft.com/office/powerpoint/2010/main" val="2756703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2707792"/>
            <a:ext cx="12191999" cy="1815882"/>
          </a:xfrm>
          <a:prstGeom prst="rect">
            <a:avLst/>
          </a:prstGeom>
          <a:noFill/>
        </p:spPr>
        <p:txBody>
          <a:bodyPr wrap="square" rtlCol="0">
            <a:spAutoFit/>
          </a:bodyPr>
          <a:lstStyle/>
          <a:p>
            <a:pPr algn="ctr"/>
            <a:r>
              <a:rPr lang="es-MX" sz="4400" dirty="0"/>
              <a:t>PROYECTO “</a:t>
            </a:r>
            <a:r>
              <a:rPr lang="es-ES" sz="4400" dirty="0"/>
              <a:t>Sistema Avatar para Traducción de Voz a Lengua de Señas Chilena (</a:t>
            </a:r>
            <a:r>
              <a:rPr lang="es-ES" sz="4400" dirty="0" err="1"/>
              <a:t>LSCh</a:t>
            </a:r>
            <a:r>
              <a:rPr lang="es-ES" sz="4400" dirty="0"/>
              <a:t>) </a:t>
            </a:r>
            <a:r>
              <a:rPr lang="es-ES" sz="4400" dirty="0" err="1"/>
              <a:t>CatchAI</a:t>
            </a:r>
            <a:r>
              <a:rPr lang="es-MX" sz="4400" dirty="0"/>
              <a:t>”</a:t>
            </a:r>
          </a:p>
          <a:p>
            <a:pPr algn="ctr"/>
            <a:r>
              <a:rPr lang="es-MX" sz="2400" dirty="0"/>
              <a:t>PRESENTACIÓN FINAL CAPSTONE</a:t>
            </a:r>
            <a:endParaRPr lang="es-CL" sz="2400" dirty="0"/>
          </a:p>
        </p:txBody>
      </p:sp>
    </p:spTree>
    <p:extLst>
      <p:ext uri="{BB962C8B-B14F-4D97-AF65-F5344CB8AC3E}">
        <p14:creationId xmlns:p14="http://schemas.microsoft.com/office/powerpoint/2010/main" val="2391963198"/>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Diagrama 4">
            <a:extLst>
              <a:ext uri="{FF2B5EF4-FFF2-40B4-BE49-F238E27FC236}">
                <a16:creationId xmlns:a16="http://schemas.microsoft.com/office/drawing/2014/main" id="{CD98BAAD-E67E-3FB9-220F-BD3AA3645FAD}"/>
              </a:ext>
            </a:extLst>
          </p:cNvPr>
          <p:cNvGraphicFramePr/>
          <p:nvPr>
            <p:extLst>
              <p:ext uri="{D42A27DB-BD31-4B8C-83A1-F6EECF244321}">
                <p14:modId xmlns:p14="http://schemas.microsoft.com/office/powerpoint/2010/main" val="631650625"/>
              </p:ext>
            </p:extLst>
          </p:nvPr>
        </p:nvGraphicFramePr>
        <p:xfrm>
          <a:off x="4121026" y="1710819"/>
          <a:ext cx="7633494" cy="43505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ES"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238327" y="3058616"/>
            <a:ext cx="3608961" cy="1200329"/>
          </a:xfrm>
          <a:prstGeom prst="rect">
            <a:avLst/>
          </a:prstGeom>
          <a:noFill/>
        </p:spPr>
        <p:txBody>
          <a:bodyPr wrap="square" rtlCol="0">
            <a:spAutoFit/>
          </a:bodyPr>
          <a:lstStyle/>
          <a:p>
            <a:pPr algn="ctr"/>
            <a:r>
              <a:rPr lang="es-MX" sz="3600" dirty="0"/>
              <a:t>INTEGRANTES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681598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130849"/>
            <a:ext cx="12191999" cy="646331"/>
          </a:xfrm>
          <a:prstGeom prst="rect">
            <a:avLst/>
          </a:prstGeom>
          <a:noFill/>
        </p:spPr>
        <p:txBody>
          <a:bodyPr wrap="square" rtlCol="0">
            <a:spAutoFit/>
          </a:bodyPr>
          <a:lstStyle/>
          <a:p>
            <a:pPr algn="ctr"/>
            <a:r>
              <a:rPr lang="es-MX" sz="3600" dirty="0"/>
              <a:t>DESCRIPCIÓN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Rectángulo: esquinas redondeadas 2">
            <a:extLst>
              <a:ext uri="{FF2B5EF4-FFF2-40B4-BE49-F238E27FC236}">
                <a16:creationId xmlns:a16="http://schemas.microsoft.com/office/drawing/2014/main" id="{5CB288BD-84B1-DF16-6004-32D5F8A61FF7}"/>
              </a:ext>
            </a:extLst>
          </p:cNvPr>
          <p:cNvSpPr/>
          <p:nvPr/>
        </p:nvSpPr>
        <p:spPr>
          <a:xfrm>
            <a:off x="714909" y="2169769"/>
            <a:ext cx="4348705" cy="4092601"/>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Problema o dolor</a:t>
            </a:r>
          </a:p>
          <a:p>
            <a:pPr algn="just"/>
            <a:endParaRPr lang="es-CL" sz="1800" dirty="0"/>
          </a:p>
          <a:p>
            <a:pPr lvl="0" algn="ctr"/>
            <a:r>
              <a:rPr lang="es-ES" dirty="0"/>
              <a:t>La comunidad sorda en Chile enfrenta barreras constantes para acceder a información hablada en clases, transmisiones y espacios públicos. La disponibilidad de intérpretes certificados es limitada, costosa y difícil de asegurar en todo momento, lo que genera exclusión comunicacional y dificulta la participación plena de las personas sordas.</a:t>
            </a:r>
            <a:endParaRPr lang="es-CL" sz="1800" dirty="0"/>
          </a:p>
        </p:txBody>
      </p:sp>
      <p:sp>
        <p:nvSpPr>
          <p:cNvPr id="4" name="Rectángulo: esquinas redondeadas 3">
            <a:extLst>
              <a:ext uri="{FF2B5EF4-FFF2-40B4-BE49-F238E27FC236}">
                <a16:creationId xmlns:a16="http://schemas.microsoft.com/office/drawing/2014/main" id="{DDC84C5C-77A0-B2A2-F0BB-8A7713B865EA}"/>
              </a:ext>
            </a:extLst>
          </p:cNvPr>
          <p:cNvSpPr/>
          <p:nvPr/>
        </p:nvSpPr>
        <p:spPr>
          <a:xfrm>
            <a:off x="6883203" y="2169769"/>
            <a:ext cx="4348705" cy="4092601"/>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Propuesta de solución</a:t>
            </a:r>
          </a:p>
          <a:p>
            <a:pPr lvl="0" algn="ctr"/>
            <a:endParaRPr lang="es-MX" u="sng" dirty="0"/>
          </a:p>
          <a:p>
            <a:pPr lvl="0" algn="just"/>
            <a:r>
              <a:rPr lang="es-ES" dirty="0"/>
              <a:t>Crear un sistema capaz de transformar la voz en una representación visual comprensible mediante un avatar 3D que ejecuta gestos en Español Signado. Este MVP integra reconocimiento de voz, procesamiento semántico y animación, ofreciendo una herramienta accesible que sirve como paso inicial hacia una futura traducción completa a Lengua de Señas Chilena (</a:t>
            </a:r>
            <a:r>
              <a:rPr lang="es-ES" dirty="0" err="1"/>
              <a:t>LSCh</a:t>
            </a:r>
            <a:r>
              <a:rPr lang="es-ES" dirty="0"/>
              <a:t>).</a:t>
            </a:r>
            <a:endParaRPr lang="es-CL" sz="1800" dirty="0"/>
          </a:p>
        </p:txBody>
      </p:sp>
      <p:sp>
        <p:nvSpPr>
          <p:cNvPr id="8" name="Flecha: a la derecha 7">
            <a:extLst>
              <a:ext uri="{FF2B5EF4-FFF2-40B4-BE49-F238E27FC236}">
                <a16:creationId xmlns:a16="http://schemas.microsoft.com/office/drawing/2014/main" id="{E4B09E7F-FBE6-31BF-0C0F-DD32DBE05724}"/>
              </a:ext>
            </a:extLst>
          </p:cNvPr>
          <p:cNvSpPr/>
          <p:nvPr/>
        </p:nvSpPr>
        <p:spPr>
          <a:xfrm>
            <a:off x="5456903" y="3736258"/>
            <a:ext cx="1140542" cy="7570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77573075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078727"/>
            <a:ext cx="12191999" cy="646331"/>
          </a:xfrm>
          <a:prstGeom prst="rect">
            <a:avLst/>
          </a:prstGeom>
          <a:noFill/>
        </p:spPr>
        <p:txBody>
          <a:bodyPr wrap="square" rtlCol="0">
            <a:spAutoFit/>
          </a:bodyPr>
          <a:lstStyle/>
          <a:p>
            <a:pPr algn="ctr"/>
            <a:r>
              <a:rPr lang="es-MX" sz="3600" dirty="0"/>
              <a:t>Objetivo General</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733B57D9-BF13-9372-D021-14655CF00C4C}"/>
              </a:ext>
            </a:extLst>
          </p:cNvPr>
          <p:cNvSpPr txBox="1"/>
          <p:nvPr/>
        </p:nvSpPr>
        <p:spPr>
          <a:xfrm>
            <a:off x="1" y="3588554"/>
            <a:ext cx="12191999" cy="646331"/>
          </a:xfrm>
          <a:prstGeom prst="rect">
            <a:avLst/>
          </a:prstGeom>
          <a:noFill/>
        </p:spPr>
        <p:txBody>
          <a:bodyPr wrap="square" rtlCol="0">
            <a:spAutoFit/>
          </a:bodyPr>
          <a:lstStyle/>
          <a:p>
            <a:pPr algn="ctr"/>
            <a:r>
              <a:rPr lang="es-MX" sz="3600" dirty="0"/>
              <a:t>Objetivos Específicos</a:t>
            </a:r>
            <a:endParaRPr lang="es-CL" dirty="0"/>
          </a:p>
        </p:txBody>
      </p:sp>
      <p:sp>
        <p:nvSpPr>
          <p:cNvPr id="3" name="Rectángulo: esquinas redondeadas 2">
            <a:extLst>
              <a:ext uri="{FF2B5EF4-FFF2-40B4-BE49-F238E27FC236}">
                <a16:creationId xmlns:a16="http://schemas.microsoft.com/office/drawing/2014/main" id="{08D4A171-2FE3-5173-34E6-9DC3D74E7376}"/>
              </a:ext>
            </a:extLst>
          </p:cNvPr>
          <p:cNvSpPr/>
          <p:nvPr/>
        </p:nvSpPr>
        <p:spPr>
          <a:xfrm>
            <a:off x="614515" y="1725058"/>
            <a:ext cx="10962967" cy="157522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Desarrollar un MVP capaz de transformar una palabra hablada en español en una representación visual en español signado mediante un avatar 3D, integrando un módulo de reconocimiento de voz, un diccionario signado básico y un sistema de animación construido con herramientas de software libre.</a:t>
            </a:r>
            <a:endParaRPr lang="es-CL" dirty="0"/>
          </a:p>
        </p:txBody>
      </p:sp>
      <p:sp>
        <p:nvSpPr>
          <p:cNvPr id="4" name="Rectángulo: esquinas redondeadas 3">
            <a:extLst>
              <a:ext uri="{FF2B5EF4-FFF2-40B4-BE49-F238E27FC236}">
                <a16:creationId xmlns:a16="http://schemas.microsoft.com/office/drawing/2014/main" id="{7E63425F-86F4-531E-E0F5-7A349604A51E}"/>
              </a:ext>
            </a:extLst>
          </p:cNvPr>
          <p:cNvSpPr/>
          <p:nvPr/>
        </p:nvSpPr>
        <p:spPr>
          <a:xfrm>
            <a:off x="614514" y="4234886"/>
            <a:ext cx="11051305" cy="227822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r>
              <a:rPr lang="es-ES" dirty="0"/>
              <a:t>Diseñar la arquitectura base del sistema </a:t>
            </a:r>
            <a:r>
              <a:rPr lang="es-ES" dirty="0" err="1"/>
              <a:t>CatchAI</a:t>
            </a:r>
            <a:r>
              <a:rPr lang="es-ES" dirty="0"/>
              <a:t>, definiendo el flujo de entrada de voz, procesamiento lingüístico inicial y salida visual a través de un avatar 3D.</a:t>
            </a:r>
          </a:p>
          <a:p>
            <a:pPr marL="285750" indent="-285750">
              <a:buFont typeface="Arial" panose="020B0604020202020204" pitchFamily="34" charset="0"/>
              <a:buChar char="•"/>
            </a:pPr>
            <a:r>
              <a:rPr lang="es-ES" dirty="0"/>
              <a:t>Implementar un módulo de reconocimiento automático de voz utilizando modelos o servicios gratuitos o de bajo costo (como </a:t>
            </a:r>
            <a:r>
              <a:rPr lang="es-ES" dirty="0" err="1"/>
              <a:t>OpenAI</a:t>
            </a:r>
            <a:r>
              <a:rPr lang="es-ES" dirty="0"/>
              <a:t> </a:t>
            </a:r>
            <a:r>
              <a:rPr lang="es-ES" dirty="0" err="1"/>
              <a:t>Whisper</a:t>
            </a:r>
            <a:r>
              <a:rPr lang="es-ES" dirty="0"/>
              <a:t>).</a:t>
            </a:r>
          </a:p>
          <a:p>
            <a:pPr marL="285750" indent="-285750">
              <a:buFont typeface="Arial" panose="020B0604020202020204" pitchFamily="34" charset="0"/>
              <a:buChar char="•"/>
            </a:pPr>
            <a:r>
              <a:rPr lang="es-ES" dirty="0"/>
              <a:t>Construir y animar un avatar 3D funcional que ejecute correctamente una seña correspondiente a una palabra o conjunto reducido de glosas en español signado.</a:t>
            </a:r>
          </a:p>
          <a:p>
            <a:pPr marL="285750" indent="-285750">
              <a:buFont typeface="Arial" panose="020B0604020202020204" pitchFamily="34" charset="0"/>
              <a:buChar char="•"/>
            </a:pPr>
            <a:r>
              <a:rPr lang="es-ES" dirty="0"/>
              <a:t>Generar un diccionario visual inicial de gestos, utilizando material propio capturado mediante herramientas como </a:t>
            </a:r>
            <a:r>
              <a:rPr lang="es-ES" dirty="0" err="1"/>
              <a:t>FreeMoCap</a:t>
            </a:r>
            <a:r>
              <a:rPr lang="es-ES" dirty="0"/>
              <a:t>, que permita validar la lógica de asignación entre texto transcrito y animación.</a:t>
            </a:r>
            <a:endParaRPr lang="es-CL" dirty="0"/>
          </a:p>
        </p:txBody>
      </p:sp>
    </p:spTree>
    <p:extLst>
      <p:ext uri="{BB962C8B-B14F-4D97-AF65-F5344CB8AC3E}">
        <p14:creationId xmlns:p14="http://schemas.microsoft.com/office/powerpoint/2010/main" val="27176697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36188" y="992902"/>
            <a:ext cx="12191999" cy="646331"/>
          </a:xfrm>
          <a:prstGeom prst="rect">
            <a:avLst/>
          </a:prstGeom>
          <a:noFill/>
        </p:spPr>
        <p:txBody>
          <a:bodyPr wrap="square" rtlCol="0">
            <a:spAutoFit/>
          </a:bodyPr>
          <a:lstStyle/>
          <a:p>
            <a:pPr algn="ctr"/>
            <a:r>
              <a:rPr lang="es-MX" sz="3600" dirty="0"/>
              <a:t>Alcances y limitaciones del proyecto</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Rectángulo: esquinas redondeadas 1">
            <a:extLst>
              <a:ext uri="{FF2B5EF4-FFF2-40B4-BE49-F238E27FC236}">
                <a16:creationId xmlns:a16="http://schemas.microsoft.com/office/drawing/2014/main" id="{E34AD40E-45A5-054C-4700-1DB851476CF3}"/>
              </a:ext>
            </a:extLst>
          </p:cNvPr>
          <p:cNvSpPr/>
          <p:nvPr/>
        </p:nvSpPr>
        <p:spPr>
          <a:xfrm>
            <a:off x="375386" y="1727309"/>
            <a:ext cx="5653238" cy="4952624"/>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Alcances</a:t>
            </a:r>
          </a:p>
          <a:p>
            <a:pPr marL="285750" indent="-285750" algn="just">
              <a:buFont typeface="Arial" panose="020B0604020202020204" pitchFamily="34" charset="0"/>
              <a:buChar char="•"/>
            </a:pPr>
            <a:r>
              <a:rPr lang="es-ES" sz="2000" dirty="0"/>
              <a:t>Validación del flujo técnico completo voz → texto → glosa → animación mediante un MVP funcional.</a:t>
            </a:r>
          </a:p>
          <a:p>
            <a:pPr marL="285750" indent="-285750" algn="just">
              <a:buFont typeface="Arial" panose="020B0604020202020204" pitchFamily="34" charset="0"/>
              <a:buChar char="•"/>
            </a:pPr>
            <a:r>
              <a:rPr lang="es-ES" sz="2000" dirty="0"/>
              <a:t>Traducción de una palabra hablada a español signado utilizando un avatar 3D.</a:t>
            </a:r>
          </a:p>
          <a:p>
            <a:pPr marL="285750" indent="-285750" algn="just">
              <a:buFont typeface="Arial" panose="020B0604020202020204" pitchFamily="34" charset="0"/>
              <a:buChar char="•"/>
            </a:pPr>
            <a:r>
              <a:rPr lang="es-ES" sz="2000" dirty="0"/>
              <a:t>Implementación de </a:t>
            </a:r>
            <a:r>
              <a:rPr lang="es-ES" sz="2000" dirty="0" err="1"/>
              <a:t>Whisper</a:t>
            </a:r>
            <a:r>
              <a:rPr lang="es-ES" sz="2000" dirty="0"/>
              <a:t> en CPU local para reconocimiento de voz.</a:t>
            </a:r>
          </a:p>
          <a:p>
            <a:pPr marL="285750" indent="-285750" algn="just">
              <a:buFont typeface="Arial" panose="020B0604020202020204" pitchFamily="34" charset="0"/>
              <a:buChar char="•"/>
            </a:pPr>
            <a:r>
              <a:rPr lang="es-ES" sz="2000" dirty="0"/>
              <a:t>Procesamiento lingüístico inicial que asigna la glosa desde un diccionario visual propio.</a:t>
            </a:r>
          </a:p>
          <a:p>
            <a:pPr marL="285750" indent="-285750" algn="just">
              <a:buFont typeface="Arial" panose="020B0604020202020204" pitchFamily="34" charset="0"/>
              <a:buChar char="•"/>
            </a:pPr>
            <a:r>
              <a:rPr lang="es-ES" sz="2000" dirty="0"/>
              <a:t>Desarrollo de un avatar 3D funcional capaz de reproducir la animación correspondiente.</a:t>
            </a:r>
          </a:p>
          <a:p>
            <a:pPr marL="285750" indent="-285750" algn="just">
              <a:buFont typeface="Arial" panose="020B0604020202020204" pitchFamily="34" charset="0"/>
              <a:buChar char="•"/>
            </a:pPr>
            <a:r>
              <a:rPr lang="es-ES" sz="2000" dirty="0"/>
              <a:t>Uso de software libre (</a:t>
            </a:r>
            <a:r>
              <a:rPr lang="es-ES" sz="2000" dirty="0" err="1"/>
              <a:t>Whisper</a:t>
            </a:r>
            <a:r>
              <a:rPr lang="es-ES" sz="2000" dirty="0"/>
              <a:t>, </a:t>
            </a:r>
            <a:r>
              <a:rPr lang="es-ES" sz="2000" dirty="0" err="1"/>
              <a:t>FreeMoCap</a:t>
            </a:r>
            <a:r>
              <a:rPr lang="es-ES" sz="2000" dirty="0"/>
              <a:t>, </a:t>
            </a:r>
            <a:r>
              <a:rPr lang="es-ES" sz="2000" dirty="0" err="1"/>
              <a:t>Blender</a:t>
            </a:r>
            <a:r>
              <a:rPr lang="es-ES" sz="2000" dirty="0"/>
              <a:t>, Godot) para asegurar factibilidad técnica.</a:t>
            </a:r>
            <a:endParaRPr lang="es-CL" sz="2000" dirty="0"/>
          </a:p>
        </p:txBody>
      </p:sp>
      <p:sp>
        <p:nvSpPr>
          <p:cNvPr id="3" name="Rectángulo: esquinas redondeadas 2">
            <a:extLst>
              <a:ext uri="{FF2B5EF4-FFF2-40B4-BE49-F238E27FC236}">
                <a16:creationId xmlns:a16="http://schemas.microsoft.com/office/drawing/2014/main" id="{90563AC3-16A9-A3ED-A183-84C91038A427}"/>
              </a:ext>
            </a:extLst>
          </p:cNvPr>
          <p:cNvSpPr/>
          <p:nvPr/>
        </p:nvSpPr>
        <p:spPr>
          <a:xfrm>
            <a:off x="6163380" y="1727309"/>
            <a:ext cx="5750178" cy="4952624"/>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Limitaciones</a:t>
            </a:r>
          </a:p>
          <a:p>
            <a:pPr algn="just"/>
            <a:endParaRPr lang="es-CL" sz="1800" dirty="0"/>
          </a:p>
          <a:p>
            <a:pPr marL="342900" lvl="0" indent="-342900">
              <a:buFont typeface="Arial" panose="020B0604020202020204" pitchFamily="34" charset="0"/>
              <a:buChar char="•"/>
            </a:pPr>
            <a:r>
              <a:rPr lang="es-ES" sz="2000" dirty="0"/>
              <a:t>El MVP funciona solo con una palabra, no oraciones completas.</a:t>
            </a:r>
          </a:p>
          <a:p>
            <a:pPr marL="342900" lvl="0" indent="-342900">
              <a:buFont typeface="Arial" panose="020B0604020202020204" pitchFamily="34" charset="0"/>
              <a:buChar char="•"/>
            </a:pPr>
            <a:r>
              <a:rPr lang="es-ES" sz="2000" dirty="0"/>
              <a:t>Se utiliza español signado, ya que no existe un diccionario digital completo de </a:t>
            </a:r>
            <a:r>
              <a:rPr lang="es-ES" sz="2000" dirty="0" err="1"/>
              <a:t>LSCh</a:t>
            </a:r>
            <a:r>
              <a:rPr lang="es-ES" sz="2000" dirty="0"/>
              <a:t>.</a:t>
            </a:r>
          </a:p>
          <a:p>
            <a:pPr marL="342900" lvl="0" indent="-342900">
              <a:buFont typeface="Arial" panose="020B0604020202020204" pitchFamily="34" charset="0"/>
              <a:buChar char="•"/>
            </a:pPr>
            <a:r>
              <a:rPr lang="es-ES" sz="2000" dirty="0"/>
              <a:t>Diccionario visual reducido y sin validación profesional externa.</a:t>
            </a:r>
          </a:p>
          <a:p>
            <a:pPr marL="342900" lvl="0" indent="-342900">
              <a:buFont typeface="Arial" panose="020B0604020202020204" pitchFamily="34" charset="0"/>
              <a:buChar char="•"/>
            </a:pPr>
            <a:r>
              <a:rPr lang="es-ES" sz="2000" dirty="0"/>
              <a:t>Limitaciones de hardware (sin GPU) reducen la calidad de captura y la complejidad del modelo.</a:t>
            </a:r>
          </a:p>
          <a:p>
            <a:pPr marL="342900" lvl="0" indent="-342900">
              <a:buFont typeface="Arial" panose="020B0604020202020204" pitchFamily="34" charset="0"/>
              <a:buChar char="•"/>
            </a:pPr>
            <a:r>
              <a:rPr lang="es-ES" sz="2000" dirty="0"/>
              <a:t>El objetivo del MVP es validar el pipeline técnico, no entregar un sistema final.</a:t>
            </a:r>
            <a:endParaRPr lang="es-CL" sz="2000" dirty="0"/>
          </a:p>
        </p:txBody>
      </p:sp>
    </p:spTree>
    <p:extLst>
      <p:ext uri="{BB962C8B-B14F-4D97-AF65-F5344CB8AC3E}">
        <p14:creationId xmlns:p14="http://schemas.microsoft.com/office/powerpoint/2010/main" val="329995646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Metodología de trabajo para el desarrollo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CuadroTexto 2">
            <a:extLst>
              <a:ext uri="{FF2B5EF4-FFF2-40B4-BE49-F238E27FC236}">
                <a16:creationId xmlns:a16="http://schemas.microsoft.com/office/drawing/2014/main" id="{24409A0F-020E-22FD-7C44-A0952CE1A279}"/>
              </a:ext>
            </a:extLst>
          </p:cNvPr>
          <p:cNvSpPr txBox="1"/>
          <p:nvPr/>
        </p:nvSpPr>
        <p:spPr>
          <a:xfrm>
            <a:off x="962526" y="2218403"/>
            <a:ext cx="10077651" cy="4093428"/>
          </a:xfrm>
          <a:prstGeom prst="rect">
            <a:avLst/>
          </a:prstGeom>
          <a:noFill/>
        </p:spPr>
        <p:txBody>
          <a:bodyPr wrap="square">
            <a:spAutoFit/>
          </a:bodyPr>
          <a:lstStyle/>
          <a:p>
            <a:pPr>
              <a:buFont typeface="Arial" panose="020B0604020202020204" pitchFamily="34" charset="0"/>
              <a:buChar char="•"/>
            </a:pPr>
            <a:r>
              <a:rPr lang="es-ES" sz="2000" dirty="0"/>
              <a:t>Se utilizó </a:t>
            </a:r>
            <a:r>
              <a:rPr lang="es-ES" sz="2000" b="1" dirty="0"/>
              <a:t>Scrum</a:t>
            </a:r>
            <a:r>
              <a:rPr lang="es-ES" sz="2000" dirty="0"/>
              <a:t> como metodología principal, con trabajo iterativo e incremental.</a:t>
            </a:r>
          </a:p>
          <a:p>
            <a:pPr>
              <a:buFont typeface="Arial" panose="020B0604020202020204" pitchFamily="34" charset="0"/>
              <a:buChar char="•"/>
            </a:pPr>
            <a:r>
              <a:rPr lang="es-ES" sz="2000" dirty="0"/>
              <a:t>Cada </a:t>
            </a:r>
            <a:r>
              <a:rPr lang="es-ES" sz="2000" b="1" dirty="0"/>
              <a:t>sprint</a:t>
            </a:r>
            <a:r>
              <a:rPr lang="es-ES" sz="2000" dirty="0"/>
              <a:t> tuvo una duración de 2–3 semanas, con objetivos claros y priorizados en el </a:t>
            </a:r>
            <a:r>
              <a:rPr lang="es-ES" sz="2000" dirty="0" err="1"/>
              <a:t>Product</a:t>
            </a:r>
            <a:r>
              <a:rPr lang="es-ES" sz="2000" dirty="0"/>
              <a:t> Backlog.</a:t>
            </a:r>
          </a:p>
          <a:p>
            <a:pPr>
              <a:buFont typeface="Arial" panose="020B0604020202020204" pitchFamily="34" charset="0"/>
              <a:buChar char="•"/>
            </a:pPr>
            <a:r>
              <a:rPr lang="es-ES" sz="2000" dirty="0"/>
              <a:t>En cada sprint se desarrollaron componentes específicos del flujo </a:t>
            </a:r>
            <a:r>
              <a:rPr lang="es-ES" sz="2000" b="1" dirty="0"/>
              <a:t>voz → texto → glosa → animación</a:t>
            </a:r>
            <a:r>
              <a:rPr lang="es-ES" sz="2000" dirty="0"/>
              <a:t>.</a:t>
            </a:r>
          </a:p>
          <a:p>
            <a:pPr>
              <a:buFont typeface="Arial" panose="020B0604020202020204" pitchFamily="34" charset="0"/>
              <a:buChar char="•"/>
            </a:pPr>
            <a:r>
              <a:rPr lang="es-ES" sz="2000" dirty="0"/>
              <a:t>El avance se gestionó mediante </a:t>
            </a:r>
            <a:r>
              <a:rPr lang="es-ES" sz="2000" b="1" dirty="0"/>
              <a:t>tableros Kanban</a:t>
            </a:r>
            <a:r>
              <a:rPr lang="es-ES" sz="2000" dirty="0"/>
              <a:t> (GitHub </a:t>
            </a:r>
            <a:r>
              <a:rPr lang="es-ES" sz="2000" dirty="0" err="1"/>
              <a:t>Projects</a:t>
            </a:r>
            <a:r>
              <a:rPr lang="es-ES" sz="2000" dirty="0"/>
              <a:t> / Trello).</a:t>
            </a:r>
          </a:p>
          <a:p>
            <a:pPr>
              <a:buFont typeface="Arial" panose="020B0604020202020204" pitchFamily="34" charset="0"/>
              <a:buChar char="•"/>
            </a:pPr>
            <a:r>
              <a:rPr lang="es-ES" sz="2000" dirty="0"/>
              <a:t>Se realizaron actividades formales en cada ciclo:</a:t>
            </a:r>
          </a:p>
          <a:p>
            <a:pPr marL="742950" lvl="1" indent="-285750">
              <a:buFont typeface="Arial" panose="020B0604020202020204" pitchFamily="34" charset="0"/>
              <a:buChar char="•"/>
            </a:pPr>
            <a:r>
              <a:rPr lang="es-ES" sz="2000" b="1" dirty="0"/>
              <a:t>Planificación</a:t>
            </a:r>
            <a:r>
              <a:rPr lang="es-ES" sz="2000" dirty="0"/>
              <a:t> del sprint</a:t>
            </a:r>
          </a:p>
          <a:p>
            <a:pPr marL="742950" lvl="1" indent="-285750">
              <a:buFont typeface="Arial" panose="020B0604020202020204" pitchFamily="34" charset="0"/>
              <a:buChar char="•"/>
            </a:pPr>
            <a:r>
              <a:rPr lang="es-ES" sz="2000" b="1" dirty="0"/>
              <a:t>Desarrollo</a:t>
            </a:r>
            <a:r>
              <a:rPr lang="es-ES" sz="2000" dirty="0"/>
              <a:t> del incremento</a:t>
            </a:r>
          </a:p>
          <a:p>
            <a:pPr marL="742950" lvl="1" indent="-285750">
              <a:buFont typeface="Arial" panose="020B0604020202020204" pitchFamily="34" charset="0"/>
              <a:buChar char="•"/>
            </a:pPr>
            <a:r>
              <a:rPr lang="es-ES" sz="2000" b="1" dirty="0"/>
              <a:t>Revisión</a:t>
            </a:r>
            <a:r>
              <a:rPr lang="es-ES" sz="2000" dirty="0"/>
              <a:t> con demostración funcional</a:t>
            </a:r>
          </a:p>
          <a:p>
            <a:pPr marL="742950" lvl="1" indent="-285750">
              <a:buFont typeface="Arial" panose="020B0604020202020204" pitchFamily="34" charset="0"/>
              <a:buChar char="•"/>
            </a:pPr>
            <a:r>
              <a:rPr lang="es-ES" sz="2000" b="1" dirty="0"/>
              <a:t>Retroalimentación</a:t>
            </a:r>
            <a:r>
              <a:rPr lang="es-ES" sz="2000" dirty="0"/>
              <a:t> del docente</a:t>
            </a:r>
          </a:p>
          <a:p>
            <a:pPr marL="742950" lvl="1" indent="-285750">
              <a:buFont typeface="Arial" panose="020B0604020202020204" pitchFamily="34" charset="0"/>
              <a:buChar char="•"/>
            </a:pPr>
            <a:r>
              <a:rPr lang="es-ES" sz="2000" b="1" dirty="0"/>
              <a:t>Retrospectiva</a:t>
            </a:r>
            <a:r>
              <a:rPr lang="es-ES" sz="2000" dirty="0"/>
              <a:t> para ajustar procesos</a:t>
            </a:r>
          </a:p>
          <a:p>
            <a:pPr>
              <a:buFont typeface="Arial" panose="020B0604020202020204" pitchFamily="34" charset="0"/>
              <a:buChar char="•"/>
            </a:pPr>
            <a:r>
              <a:rPr lang="es-ES" sz="2000" dirty="0"/>
              <a:t>La metodología aseguró entregas continuas, trazabilidad y capacidad de respuesta a cambios.</a:t>
            </a:r>
          </a:p>
        </p:txBody>
      </p:sp>
    </p:spTree>
    <p:extLst>
      <p:ext uri="{BB962C8B-B14F-4D97-AF65-F5344CB8AC3E}">
        <p14:creationId xmlns:p14="http://schemas.microsoft.com/office/powerpoint/2010/main" val="396419974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 y="776526"/>
            <a:ext cx="12191999" cy="646331"/>
          </a:xfrm>
          <a:prstGeom prst="rect">
            <a:avLst/>
          </a:prstGeom>
          <a:noFill/>
        </p:spPr>
        <p:txBody>
          <a:bodyPr wrap="square" rtlCol="0">
            <a:spAutoFit/>
          </a:bodyPr>
          <a:lstStyle/>
          <a:p>
            <a:pPr algn="ctr"/>
            <a:r>
              <a:rPr lang="es-MX" sz="3600" dirty="0"/>
              <a:t>Cronograma para el desarrollo del proyecto</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3" name="Imagen 12">
            <a:extLst>
              <a:ext uri="{FF2B5EF4-FFF2-40B4-BE49-F238E27FC236}">
                <a16:creationId xmlns:a16="http://schemas.microsoft.com/office/drawing/2014/main" id="{B2E60A8E-1A54-332A-A0E5-47B34D8EF99A}"/>
              </a:ext>
            </a:extLst>
          </p:cNvPr>
          <p:cNvPicPr>
            <a:picLocks noChangeAspect="1"/>
          </p:cNvPicPr>
          <p:nvPr/>
        </p:nvPicPr>
        <p:blipFill>
          <a:blip r:embed="rId3"/>
          <a:stretch>
            <a:fillRect/>
          </a:stretch>
        </p:blipFill>
        <p:spPr>
          <a:xfrm>
            <a:off x="1965406" y="1492773"/>
            <a:ext cx="8261187" cy="5157677"/>
          </a:xfrm>
          <a:prstGeom prst="rect">
            <a:avLst/>
          </a:prstGeom>
        </p:spPr>
      </p:pic>
    </p:spTree>
    <p:extLst>
      <p:ext uri="{BB962C8B-B14F-4D97-AF65-F5344CB8AC3E}">
        <p14:creationId xmlns:p14="http://schemas.microsoft.com/office/powerpoint/2010/main" val="332431338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 y="776526"/>
            <a:ext cx="12191999" cy="646331"/>
          </a:xfrm>
          <a:prstGeom prst="rect">
            <a:avLst/>
          </a:prstGeom>
          <a:noFill/>
        </p:spPr>
        <p:txBody>
          <a:bodyPr wrap="square" rtlCol="0">
            <a:spAutoFit/>
          </a:bodyPr>
          <a:lstStyle/>
          <a:p>
            <a:pPr algn="ctr"/>
            <a:r>
              <a:rPr lang="es-MX" sz="3600" dirty="0"/>
              <a:t>Cronograma para el desarrollo del proyecto</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3" name="Imagen 2">
            <a:extLst>
              <a:ext uri="{FF2B5EF4-FFF2-40B4-BE49-F238E27FC236}">
                <a16:creationId xmlns:a16="http://schemas.microsoft.com/office/drawing/2014/main" id="{272F25D6-CED7-2921-661D-1E625914FEAD}"/>
              </a:ext>
            </a:extLst>
          </p:cNvPr>
          <p:cNvPicPr>
            <a:picLocks noChangeAspect="1"/>
          </p:cNvPicPr>
          <p:nvPr/>
        </p:nvPicPr>
        <p:blipFill>
          <a:blip r:embed="rId3"/>
          <a:stretch>
            <a:fillRect/>
          </a:stretch>
        </p:blipFill>
        <p:spPr>
          <a:xfrm>
            <a:off x="835793" y="1639841"/>
            <a:ext cx="10520413" cy="4650268"/>
          </a:xfrm>
          <a:prstGeom prst="rect">
            <a:avLst/>
          </a:prstGeom>
        </p:spPr>
      </p:pic>
    </p:spTree>
    <p:extLst>
      <p:ext uri="{BB962C8B-B14F-4D97-AF65-F5344CB8AC3E}">
        <p14:creationId xmlns:p14="http://schemas.microsoft.com/office/powerpoint/2010/main" val="23979306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 y="664555"/>
            <a:ext cx="12191999" cy="646331"/>
          </a:xfrm>
          <a:prstGeom prst="rect">
            <a:avLst/>
          </a:prstGeom>
          <a:noFill/>
        </p:spPr>
        <p:txBody>
          <a:bodyPr wrap="square" rtlCol="0">
            <a:spAutoFit/>
          </a:bodyPr>
          <a:lstStyle/>
          <a:p>
            <a:pPr algn="ctr"/>
            <a:r>
              <a:rPr lang="es-MX" sz="3600" dirty="0"/>
              <a:t>Arquitectura del software</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3" name="Imagen 2" descr="Una captura de pantalla de un mapa&#10;&#10;El contenido generado por IA puede ser incorrecto.">
            <a:extLst>
              <a:ext uri="{FF2B5EF4-FFF2-40B4-BE49-F238E27FC236}">
                <a16:creationId xmlns:a16="http://schemas.microsoft.com/office/drawing/2014/main" id="{A5C4C5F5-2FB2-396A-A52F-82BB02E756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7550" y="1181900"/>
            <a:ext cx="9216900" cy="5519384"/>
          </a:xfrm>
          <a:prstGeom prst="rect">
            <a:avLst/>
          </a:prstGeom>
        </p:spPr>
      </p:pic>
    </p:spTree>
    <p:extLst>
      <p:ext uri="{BB962C8B-B14F-4D97-AF65-F5344CB8AC3E}">
        <p14:creationId xmlns:p14="http://schemas.microsoft.com/office/powerpoint/2010/main" val="189049146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 y="777795"/>
            <a:ext cx="12191999" cy="646331"/>
          </a:xfrm>
          <a:prstGeom prst="rect">
            <a:avLst/>
          </a:prstGeom>
          <a:noFill/>
        </p:spPr>
        <p:txBody>
          <a:bodyPr wrap="square" rtlCol="0">
            <a:spAutoFit/>
          </a:bodyPr>
          <a:lstStyle/>
          <a:p>
            <a:pPr algn="ctr"/>
            <a:r>
              <a:rPr lang="es-MX" sz="3600" dirty="0"/>
              <a:t>Modelo de datos</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3" name="Imagen 2" descr="Diagrama&#10;&#10;El contenido generado por IA puede ser incorrecto.">
            <a:extLst>
              <a:ext uri="{FF2B5EF4-FFF2-40B4-BE49-F238E27FC236}">
                <a16:creationId xmlns:a16="http://schemas.microsoft.com/office/drawing/2014/main" id="{F2E78786-9C0D-6432-55CB-D31FC5F3C7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487" y="2185987"/>
            <a:ext cx="10487025" cy="2486025"/>
          </a:xfrm>
          <a:prstGeom prst="rect">
            <a:avLst/>
          </a:prstGeom>
        </p:spPr>
      </p:pic>
    </p:spTree>
    <p:extLst>
      <p:ext uri="{BB962C8B-B14F-4D97-AF65-F5344CB8AC3E}">
        <p14:creationId xmlns:p14="http://schemas.microsoft.com/office/powerpoint/2010/main" val="275245761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Tecnologías utilizadas</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5" name="Rectángulo: esquinas redondeadas 4">
            <a:extLst>
              <a:ext uri="{FF2B5EF4-FFF2-40B4-BE49-F238E27FC236}">
                <a16:creationId xmlns:a16="http://schemas.microsoft.com/office/drawing/2014/main" id="{5FB4212E-8931-811C-DDA3-F6A1348AD776}"/>
              </a:ext>
            </a:extLst>
          </p:cNvPr>
          <p:cNvSpPr/>
          <p:nvPr/>
        </p:nvSpPr>
        <p:spPr>
          <a:xfrm>
            <a:off x="296663" y="2078986"/>
            <a:ext cx="5292684" cy="4491372"/>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r>
              <a:rPr lang="es-ES" sz="2000" b="1" dirty="0"/>
              <a:t>🟦 Reconocimiento de voz</a:t>
            </a:r>
          </a:p>
          <a:p>
            <a:r>
              <a:rPr lang="es-ES" sz="2000" b="1" dirty="0" err="1"/>
              <a:t>Whisper</a:t>
            </a:r>
            <a:r>
              <a:rPr lang="es-ES" sz="2000" b="1" dirty="0"/>
              <a:t> / </a:t>
            </a:r>
            <a:r>
              <a:rPr lang="es-ES" sz="2000" b="1" dirty="0" err="1"/>
              <a:t>Faster-Whisper</a:t>
            </a:r>
            <a:br>
              <a:rPr lang="es-ES" sz="2000" dirty="0"/>
            </a:br>
            <a:r>
              <a:rPr lang="es-ES" sz="2000" dirty="0"/>
              <a:t>Transcripción local desde audio capturado en navegador.</a:t>
            </a:r>
          </a:p>
          <a:p>
            <a:r>
              <a:rPr lang="es-ES" sz="2000" b="1" dirty="0"/>
              <a:t>🟩 </a:t>
            </a:r>
            <a:r>
              <a:rPr lang="es-ES" sz="2000" b="1" dirty="0" err="1"/>
              <a:t>Backend</a:t>
            </a:r>
            <a:r>
              <a:rPr lang="es-ES" sz="2000" b="1" dirty="0"/>
              <a:t> y comunicación</a:t>
            </a:r>
          </a:p>
          <a:p>
            <a:r>
              <a:rPr lang="es-ES" sz="2000" b="1" dirty="0"/>
              <a:t>Python 3.10 – </a:t>
            </a:r>
            <a:r>
              <a:rPr lang="es-ES" sz="2000" b="1" dirty="0" err="1"/>
              <a:t>FastAPI</a:t>
            </a:r>
            <a:r>
              <a:rPr lang="es-ES" sz="2000" b="1" dirty="0"/>
              <a:t> – </a:t>
            </a:r>
            <a:r>
              <a:rPr lang="es-ES" sz="2000" b="1" dirty="0" err="1"/>
              <a:t>WebSockets</a:t>
            </a:r>
            <a:br>
              <a:rPr lang="es-ES" sz="2000" dirty="0"/>
            </a:br>
            <a:r>
              <a:rPr lang="es-ES" sz="2000" dirty="0"/>
              <a:t>Manejo del pipeline y envío de datos al motor gráfico.</a:t>
            </a:r>
          </a:p>
          <a:p>
            <a:r>
              <a:rPr lang="es-ES" sz="2000" b="1" dirty="0"/>
              <a:t>🟨 Procesamiento lingüístico</a:t>
            </a:r>
          </a:p>
          <a:p>
            <a:r>
              <a:rPr lang="es-ES" sz="2000" b="1" dirty="0"/>
              <a:t>Transformers / LLM + Diccionario Signado</a:t>
            </a:r>
            <a:br>
              <a:rPr lang="es-ES" sz="2000" dirty="0"/>
            </a:br>
            <a:r>
              <a:rPr lang="es-ES" sz="2000" dirty="0"/>
              <a:t>Limpieza, normalización y selección de glosa.</a:t>
            </a:r>
          </a:p>
          <a:p>
            <a:endParaRPr lang="es-ES" sz="2000" dirty="0"/>
          </a:p>
        </p:txBody>
      </p:sp>
      <p:sp>
        <p:nvSpPr>
          <p:cNvPr id="10" name="Rectángulo: esquinas redondeadas 9">
            <a:extLst>
              <a:ext uri="{FF2B5EF4-FFF2-40B4-BE49-F238E27FC236}">
                <a16:creationId xmlns:a16="http://schemas.microsoft.com/office/drawing/2014/main" id="{4FD9BC73-890E-C64E-81FA-16926E8CB026}"/>
              </a:ext>
            </a:extLst>
          </p:cNvPr>
          <p:cNvSpPr/>
          <p:nvPr/>
        </p:nvSpPr>
        <p:spPr>
          <a:xfrm>
            <a:off x="5886009" y="2078986"/>
            <a:ext cx="5789243" cy="4491372"/>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r>
              <a:rPr lang="es-ES" sz="2000" b="1" dirty="0"/>
              <a:t>🟧 Modelado y animación 3D</a:t>
            </a:r>
          </a:p>
          <a:p>
            <a:r>
              <a:rPr lang="es-ES" sz="2000" b="1" dirty="0" err="1"/>
              <a:t>Blender</a:t>
            </a:r>
            <a:r>
              <a:rPr lang="es-ES" sz="2000" b="1" dirty="0"/>
              <a:t> 3.x – </a:t>
            </a:r>
            <a:r>
              <a:rPr lang="es-ES" sz="2000" b="1" dirty="0" err="1"/>
              <a:t>FreeMoCap</a:t>
            </a:r>
            <a:br>
              <a:rPr lang="es-ES" sz="2000" dirty="0"/>
            </a:br>
            <a:r>
              <a:rPr lang="es-ES" sz="2000" dirty="0"/>
              <a:t>Creación, edición, </a:t>
            </a:r>
            <a:r>
              <a:rPr lang="es-ES" sz="2000" dirty="0" err="1"/>
              <a:t>rigging</a:t>
            </a:r>
            <a:r>
              <a:rPr lang="es-ES" sz="2000" dirty="0"/>
              <a:t> y exportación de animaciones GLB/FBX.</a:t>
            </a:r>
          </a:p>
          <a:p>
            <a:r>
              <a:rPr lang="es-ES" sz="2000" b="1" dirty="0"/>
              <a:t>🟪 Motor gráfico</a:t>
            </a:r>
          </a:p>
          <a:p>
            <a:r>
              <a:rPr lang="es-ES" sz="2000" b="1" dirty="0"/>
              <a:t>Godot </a:t>
            </a:r>
            <a:r>
              <a:rPr lang="es-ES" sz="2000" b="1" dirty="0" err="1"/>
              <a:t>Engine</a:t>
            </a:r>
            <a:r>
              <a:rPr lang="es-ES" sz="2000" b="1" dirty="0"/>
              <a:t> 4</a:t>
            </a:r>
            <a:br>
              <a:rPr lang="es-ES" sz="2000" dirty="0"/>
            </a:br>
            <a:r>
              <a:rPr lang="es-ES" sz="2000" dirty="0"/>
              <a:t>Reproducción del avatar 3D y animaciones del diccionario.</a:t>
            </a:r>
          </a:p>
          <a:p>
            <a:r>
              <a:rPr lang="es-ES" sz="2000" b="1" dirty="0"/>
              <a:t>🟥 Herramientas de apoyo</a:t>
            </a:r>
          </a:p>
          <a:p>
            <a:r>
              <a:rPr lang="es-ES" sz="2000" b="1" dirty="0"/>
              <a:t>OBS Studio – GitHub – Trello</a:t>
            </a:r>
            <a:br>
              <a:rPr lang="es-ES" sz="2000" dirty="0"/>
            </a:br>
            <a:r>
              <a:rPr lang="es-ES" sz="2000" dirty="0"/>
              <a:t>Grabación, control de versiones y gestión de </a:t>
            </a:r>
            <a:r>
              <a:rPr lang="es-ES" sz="2000" dirty="0" err="1"/>
              <a:t>sprints</a:t>
            </a:r>
            <a:r>
              <a:rPr lang="es-ES" sz="2000" dirty="0"/>
              <a:t>.</a:t>
            </a:r>
          </a:p>
        </p:txBody>
      </p:sp>
    </p:spTree>
    <p:extLst>
      <p:ext uri="{BB962C8B-B14F-4D97-AF65-F5344CB8AC3E}">
        <p14:creationId xmlns:p14="http://schemas.microsoft.com/office/powerpoint/2010/main" val="340536874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2707792"/>
            <a:ext cx="12191999" cy="769441"/>
          </a:xfrm>
          <a:prstGeom prst="rect">
            <a:avLst/>
          </a:prstGeom>
          <a:noFill/>
        </p:spPr>
        <p:txBody>
          <a:bodyPr wrap="square" rtlCol="0">
            <a:spAutoFit/>
          </a:bodyPr>
          <a:lstStyle/>
          <a:p>
            <a:pPr algn="ctr"/>
            <a:r>
              <a:rPr lang="es-MX" sz="4400" dirty="0"/>
              <a:t>DEMOSTRACIÓN DEL RESULTADO DEL PROYECTO</a:t>
            </a:r>
          </a:p>
        </p:txBody>
      </p:sp>
    </p:spTree>
    <p:extLst>
      <p:ext uri="{BB962C8B-B14F-4D97-AF65-F5344CB8AC3E}">
        <p14:creationId xmlns:p14="http://schemas.microsoft.com/office/powerpoint/2010/main" val="489174681"/>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48444" y="600226"/>
            <a:ext cx="12191999" cy="769441"/>
          </a:xfrm>
          <a:prstGeom prst="rect">
            <a:avLst/>
          </a:prstGeom>
          <a:noFill/>
        </p:spPr>
        <p:txBody>
          <a:bodyPr wrap="square" rtlCol="0">
            <a:spAutoFit/>
          </a:bodyPr>
          <a:lstStyle/>
          <a:p>
            <a:pPr algn="ctr"/>
            <a:r>
              <a:rPr lang="es-MX" sz="4400" dirty="0"/>
              <a:t>Resultados obtenidos</a:t>
            </a:r>
          </a:p>
        </p:txBody>
      </p:sp>
      <p:graphicFrame>
        <p:nvGraphicFramePr>
          <p:cNvPr id="3" name="Tabla 2">
            <a:extLst>
              <a:ext uri="{FF2B5EF4-FFF2-40B4-BE49-F238E27FC236}">
                <a16:creationId xmlns:a16="http://schemas.microsoft.com/office/drawing/2014/main" id="{FE362CA3-D4CD-6B68-F725-3988653AC24D}"/>
              </a:ext>
            </a:extLst>
          </p:cNvPr>
          <p:cNvGraphicFramePr>
            <a:graphicFrameLocks noGrp="1"/>
          </p:cNvGraphicFramePr>
          <p:nvPr>
            <p:extLst>
              <p:ext uri="{D42A27DB-BD31-4B8C-83A1-F6EECF244321}">
                <p14:modId xmlns:p14="http://schemas.microsoft.com/office/powerpoint/2010/main" val="3036014897"/>
              </p:ext>
            </p:extLst>
          </p:nvPr>
        </p:nvGraphicFramePr>
        <p:xfrm>
          <a:off x="732730" y="1385578"/>
          <a:ext cx="10391460" cy="5337422"/>
        </p:xfrm>
        <a:graphic>
          <a:graphicData uri="http://schemas.openxmlformats.org/drawingml/2006/table">
            <a:tbl>
              <a:tblPr>
                <a:tableStyleId>{5C22544A-7EE6-4342-B048-85BDC9FD1C3A}</a:tableStyleId>
              </a:tblPr>
              <a:tblGrid>
                <a:gridCol w="4568944">
                  <a:extLst>
                    <a:ext uri="{9D8B030D-6E8A-4147-A177-3AD203B41FA5}">
                      <a16:colId xmlns:a16="http://schemas.microsoft.com/office/drawing/2014/main" val="2698546160"/>
                    </a:ext>
                  </a:extLst>
                </a:gridCol>
                <a:gridCol w="5822516">
                  <a:extLst>
                    <a:ext uri="{9D8B030D-6E8A-4147-A177-3AD203B41FA5}">
                      <a16:colId xmlns:a16="http://schemas.microsoft.com/office/drawing/2014/main" val="1249866483"/>
                    </a:ext>
                  </a:extLst>
                </a:gridCol>
              </a:tblGrid>
              <a:tr h="253972">
                <a:tc>
                  <a:txBody>
                    <a:bodyPr/>
                    <a:lstStyle/>
                    <a:p>
                      <a:pPr algn="ctr" fontAlgn="ctr"/>
                      <a:r>
                        <a:rPr lang="es-CL" sz="1800" u="none" strike="noStrike" dirty="0">
                          <a:effectLst/>
                        </a:rPr>
                        <a:t>Resultado</a:t>
                      </a:r>
                      <a:endParaRPr lang="es-CL" sz="1800" b="1" i="0" u="none" strike="noStrike" dirty="0">
                        <a:solidFill>
                          <a:srgbClr val="FFFFFF"/>
                        </a:solidFill>
                        <a:effectLst/>
                        <a:latin typeface="Aptos Narrow" panose="020B0004020202020204" pitchFamily="34" charset="0"/>
                      </a:endParaRPr>
                    </a:p>
                  </a:txBody>
                  <a:tcPr marL="5443" marR="5443" marT="5443" marB="0" anchor="ctr">
                    <a:solidFill>
                      <a:schemeClr val="accent1">
                        <a:lumMod val="60000"/>
                        <a:lumOff val="40000"/>
                      </a:schemeClr>
                    </a:solidFill>
                  </a:tcPr>
                </a:tc>
                <a:tc>
                  <a:txBody>
                    <a:bodyPr/>
                    <a:lstStyle/>
                    <a:p>
                      <a:pPr algn="ctr" fontAlgn="ctr"/>
                      <a:r>
                        <a:rPr lang="es-CL" sz="1800" u="none" strike="noStrike" dirty="0">
                          <a:effectLst/>
                        </a:rPr>
                        <a:t>Descripción</a:t>
                      </a:r>
                      <a:endParaRPr lang="es-CL" sz="1800" b="1" i="0" u="none" strike="noStrike" dirty="0">
                        <a:solidFill>
                          <a:srgbClr val="FFFFFF"/>
                        </a:solidFill>
                        <a:effectLst/>
                        <a:latin typeface="Aptos Narrow" panose="020B0004020202020204" pitchFamily="34" charset="0"/>
                      </a:endParaRPr>
                    </a:p>
                  </a:txBody>
                  <a:tcPr marL="5443" marR="5443" marT="5443" marB="0" anchor="ctr">
                    <a:solidFill>
                      <a:schemeClr val="accent1">
                        <a:lumMod val="60000"/>
                        <a:lumOff val="40000"/>
                      </a:schemeClr>
                    </a:solidFill>
                  </a:tcPr>
                </a:tc>
                <a:extLst>
                  <a:ext uri="{0D108BD9-81ED-4DB2-BD59-A6C34878D82A}">
                    <a16:rowId xmlns:a16="http://schemas.microsoft.com/office/drawing/2014/main" val="2178910713"/>
                  </a:ext>
                </a:extLst>
              </a:tr>
              <a:tr h="507074">
                <a:tc>
                  <a:txBody>
                    <a:bodyPr/>
                    <a:lstStyle/>
                    <a:p>
                      <a:pPr algn="l" fontAlgn="ctr"/>
                      <a:r>
                        <a:rPr lang="es-CL" sz="1600" u="none" strike="noStrike" dirty="0">
                          <a:effectLst/>
                        </a:rPr>
                        <a:t>1. Captura de audio operativa</a:t>
                      </a:r>
                      <a:endParaRPr lang="es-CL" sz="1600" b="1" i="0" u="none" strike="noStrike" dirty="0">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El sistema captura audio desde el navegador y lo procesa correctamente en formato PCM/WAV.</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1343882494"/>
                  </a:ext>
                </a:extLst>
              </a:tr>
              <a:tr h="507074">
                <a:tc>
                  <a:txBody>
                    <a:bodyPr/>
                    <a:lstStyle/>
                    <a:p>
                      <a:pPr algn="l" fontAlgn="ctr"/>
                      <a:r>
                        <a:rPr lang="es-ES" sz="1600" u="none" strike="noStrike" dirty="0">
                          <a:effectLst/>
                        </a:rPr>
                        <a:t>2. Transcripción con </a:t>
                      </a:r>
                      <a:r>
                        <a:rPr lang="es-ES" sz="1600" u="none" strike="noStrike" dirty="0" err="1">
                          <a:effectLst/>
                        </a:rPr>
                        <a:t>Whisper</a:t>
                      </a:r>
                      <a:r>
                        <a:rPr lang="es-ES" sz="1600" u="none" strike="noStrike" dirty="0">
                          <a:effectLst/>
                        </a:rPr>
                        <a:t> funcionando</a:t>
                      </a:r>
                      <a:endParaRPr lang="es-ES" sz="1600" b="1" i="0" u="none" strike="noStrike" dirty="0">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Whisper/Faster-Whisper genera transcripciones limpias y estables incluso en entorno con ruido moderado.</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710457871"/>
                  </a:ext>
                </a:extLst>
              </a:tr>
              <a:tr h="507074">
                <a:tc>
                  <a:txBody>
                    <a:bodyPr/>
                    <a:lstStyle/>
                    <a:p>
                      <a:pPr algn="l" fontAlgn="ctr"/>
                      <a:r>
                        <a:rPr lang="es-CL" sz="1600" u="none" strike="noStrike" dirty="0">
                          <a:effectLst/>
                        </a:rPr>
                        <a:t>3. Pipeline completo implementado</a:t>
                      </a:r>
                      <a:endParaRPr lang="es-CL" sz="1600" b="1" i="0" u="none" strike="noStrike" dirty="0">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Flujo funcional desde voz → texto → glosa → animación sin intervención manual.</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3106298267"/>
                  </a:ext>
                </a:extLst>
              </a:tr>
              <a:tr h="507074">
                <a:tc>
                  <a:txBody>
                    <a:bodyPr/>
                    <a:lstStyle/>
                    <a:p>
                      <a:pPr algn="l" fontAlgn="ctr"/>
                      <a:r>
                        <a:rPr lang="es-ES" sz="1600" u="none" strike="noStrike">
                          <a:effectLst/>
                        </a:rPr>
                        <a:t>4. Normalización y selección de glosa</a:t>
                      </a:r>
                      <a:endParaRPr lang="es-ES"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Se implementó limpieza del texto y asignación de glosa en español signado para el MVP.</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2760334082"/>
                  </a:ext>
                </a:extLst>
              </a:tr>
              <a:tr h="507074">
                <a:tc>
                  <a:txBody>
                    <a:bodyPr/>
                    <a:lstStyle/>
                    <a:p>
                      <a:pPr algn="l" fontAlgn="ctr"/>
                      <a:r>
                        <a:rPr lang="es-ES" sz="1600" u="none" strike="noStrike">
                          <a:effectLst/>
                        </a:rPr>
                        <a:t>5. Diccionario básico en Español Signado</a:t>
                      </a:r>
                      <a:endParaRPr lang="es-ES"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Conjunto reducido de glosas creadas por el equipo, cada una con su animación asociada.</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227257391"/>
                  </a:ext>
                </a:extLst>
              </a:tr>
              <a:tr h="507074">
                <a:tc>
                  <a:txBody>
                    <a:bodyPr/>
                    <a:lstStyle/>
                    <a:p>
                      <a:pPr algn="l" fontAlgn="ctr"/>
                      <a:r>
                        <a:rPr lang="es-ES" sz="1600" u="none" strike="noStrike">
                          <a:effectLst/>
                        </a:rPr>
                        <a:t>6. Animaciones 3D creadas y exportadas</a:t>
                      </a:r>
                      <a:endParaRPr lang="es-ES"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Animaciones producidas con </a:t>
                      </a:r>
                      <a:r>
                        <a:rPr lang="es-ES" sz="1600" u="none" strike="noStrike" dirty="0" err="1">
                          <a:effectLst/>
                        </a:rPr>
                        <a:t>FreeMoCap</a:t>
                      </a:r>
                      <a:r>
                        <a:rPr lang="es-ES" sz="1600" u="none" strike="noStrike" dirty="0">
                          <a:effectLst/>
                        </a:rPr>
                        <a:t> y editadas en </a:t>
                      </a:r>
                      <a:r>
                        <a:rPr lang="es-ES" sz="1600" u="none" strike="noStrike" dirty="0" err="1">
                          <a:effectLst/>
                        </a:rPr>
                        <a:t>Blender</a:t>
                      </a:r>
                      <a:r>
                        <a:rPr lang="es-ES" sz="1600" u="none" strike="noStrike" dirty="0">
                          <a:effectLst/>
                        </a:rPr>
                        <a:t>; exportadas a GLB/FBX.</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2720675125"/>
                  </a:ext>
                </a:extLst>
              </a:tr>
              <a:tr h="253972">
                <a:tc>
                  <a:txBody>
                    <a:bodyPr/>
                    <a:lstStyle/>
                    <a:p>
                      <a:pPr algn="l" fontAlgn="ctr"/>
                      <a:r>
                        <a:rPr lang="es-CL" sz="1600" u="none" strike="noStrike">
                          <a:effectLst/>
                        </a:rPr>
                        <a:t>7. Avatar 3D funcional en Godot Engine</a:t>
                      </a:r>
                      <a:endParaRPr lang="es-CL"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Motor Godot reproduce correctamente las animaciones seleccionadas.</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1463297434"/>
                  </a:ext>
                </a:extLst>
              </a:tr>
              <a:tr h="253972">
                <a:tc>
                  <a:txBody>
                    <a:bodyPr/>
                    <a:lstStyle/>
                    <a:p>
                      <a:pPr algn="l" fontAlgn="ctr"/>
                      <a:r>
                        <a:rPr lang="es-CL" sz="1600" u="none" strike="noStrike">
                          <a:effectLst/>
                        </a:rPr>
                        <a:t>8. Manejo de errores implementado</a:t>
                      </a:r>
                      <a:endParaRPr lang="es-CL"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Si no existe glosa, el sistema muestra animación de error (</a:t>
                      </a:r>
                      <a:r>
                        <a:rPr lang="es-ES" sz="1600" u="none" strike="noStrike" dirty="0" err="1">
                          <a:effectLst/>
                        </a:rPr>
                        <a:t>fallback</a:t>
                      </a:r>
                      <a:r>
                        <a:rPr lang="es-ES" sz="1600" u="none" strike="noStrike" dirty="0">
                          <a:effectLst/>
                        </a:rPr>
                        <a:t>).</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2098258232"/>
                  </a:ext>
                </a:extLst>
              </a:tr>
              <a:tr h="507074">
                <a:tc>
                  <a:txBody>
                    <a:bodyPr/>
                    <a:lstStyle/>
                    <a:p>
                      <a:pPr algn="l" fontAlgn="ctr"/>
                      <a:r>
                        <a:rPr lang="es-CL" sz="1600" u="none" strike="noStrike">
                          <a:effectLst/>
                        </a:rPr>
                        <a:t>9. Pruebas internas completadas</a:t>
                      </a:r>
                      <a:endParaRPr lang="es-CL"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Pruebas de captura, transcripción, carga de animaciones, y reproducción exitosas.</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549151259"/>
                  </a:ext>
                </a:extLst>
              </a:tr>
              <a:tr h="253972">
                <a:tc>
                  <a:txBody>
                    <a:bodyPr/>
                    <a:lstStyle/>
                    <a:p>
                      <a:pPr algn="l" fontAlgn="ctr"/>
                      <a:r>
                        <a:rPr lang="es-ES" sz="1600" u="none" strike="noStrike">
                          <a:effectLst/>
                        </a:rPr>
                        <a:t>10. Demostración del MVP grabada</a:t>
                      </a:r>
                      <a:endParaRPr lang="es-ES"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CL" sz="1600" u="none" strike="noStrike" dirty="0">
                          <a:effectLst/>
                        </a:rPr>
                        <a:t>Video demostrativo del sistema funcionando, grabado con OBS Studio.</a:t>
                      </a:r>
                      <a:endParaRPr lang="es-CL"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3840368072"/>
                  </a:ext>
                </a:extLst>
              </a:tr>
              <a:tr h="507074">
                <a:tc>
                  <a:txBody>
                    <a:bodyPr/>
                    <a:lstStyle/>
                    <a:p>
                      <a:pPr algn="l" fontAlgn="ctr"/>
                      <a:r>
                        <a:rPr lang="es-CL" sz="1600" u="none" strike="noStrike">
                          <a:effectLst/>
                        </a:rPr>
                        <a:t>11. Documentación completa generada</a:t>
                      </a:r>
                      <a:endParaRPr lang="es-CL"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ERS, DAS, CU, trazabilidad, plan de pruebas, bitácoras y </a:t>
                      </a:r>
                      <a:r>
                        <a:rPr lang="es-ES" sz="1600" u="none" strike="noStrike" dirty="0" err="1">
                          <a:effectLst/>
                        </a:rPr>
                        <a:t>sprints</a:t>
                      </a:r>
                      <a:r>
                        <a:rPr lang="es-ES" sz="1600" u="none" strike="noStrike" dirty="0">
                          <a:effectLst/>
                        </a:rPr>
                        <a:t> consolidados.</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1283507555"/>
                  </a:ext>
                </a:extLst>
              </a:tr>
            </a:tbl>
          </a:graphicData>
        </a:graphic>
      </p:graphicFrame>
    </p:spTree>
    <p:extLst>
      <p:ext uri="{BB962C8B-B14F-4D97-AF65-F5344CB8AC3E}">
        <p14:creationId xmlns:p14="http://schemas.microsoft.com/office/powerpoint/2010/main" val="2904893737"/>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1360773"/>
            <a:ext cx="12191999" cy="769441"/>
          </a:xfrm>
          <a:prstGeom prst="rect">
            <a:avLst/>
          </a:prstGeom>
          <a:noFill/>
        </p:spPr>
        <p:txBody>
          <a:bodyPr wrap="square" rtlCol="0">
            <a:spAutoFit/>
          </a:bodyPr>
          <a:lstStyle/>
          <a:p>
            <a:pPr algn="ctr"/>
            <a:r>
              <a:rPr lang="es-MX" sz="4400" dirty="0"/>
              <a:t>Obstáculos presentados durante el desarrollo</a:t>
            </a:r>
          </a:p>
        </p:txBody>
      </p:sp>
      <p:graphicFrame>
        <p:nvGraphicFramePr>
          <p:cNvPr id="2" name="Tabla 1">
            <a:extLst>
              <a:ext uri="{FF2B5EF4-FFF2-40B4-BE49-F238E27FC236}">
                <a16:creationId xmlns:a16="http://schemas.microsoft.com/office/drawing/2014/main" id="{EE9A9DE1-8600-9F52-2ACB-24A69FC477ED}"/>
              </a:ext>
            </a:extLst>
          </p:cNvPr>
          <p:cNvGraphicFramePr>
            <a:graphicFrameLocks noGrp="1"/>
          </p:cNvGraphicFramePr>
          <p:nvPr>
            <p:extLst>
              <p:ext uri="{D42A27DB-BD31-4B8C-83A1-F6EECF244321}">
                <p14:modId xmlns:p14="http://schemas.microsoft.com/office/powerpoint/2010/main" val="632777755"/>
              </p:ext>
            </p:extLst>
          </p:nvPr>
        </p:nvGraphicFramePr>
        <p:xfrm>
          <a:off x="2749676" y="2274541"/>
          <a:ext cx="6426200" cy="3958590"/>
        </p:xfrm>
        <a:graphic>
          <a:graphicData uri="http://schemas.openxmlformats.org/drawingml/2006/table">
            <a:tbl>
              <a:tblPr>
                <a:tableStyleId>{5C22544A-7EE6-4342-B048-85BDC9FD1C3A}</a:tableStyleId>
              </a:tblPr>
              <a:tblGrid>
                <a:gridCol w="1663700">
                  <a:extLst>
                    <a:ext uri="{9D8B030D-6E8A-4147-A177-3AD203B41FA5}">
                      <a16:colId xmlns:a16="http://schemas.microsoft.com/office/drawing/2014/main" val="3102723732"/>
                    </a:ext>
                  </a:extLst>
                </a:gridCol>
                <a:gridCol w="4762500">
                  <a:extLst>
                    <a:ext uri="{9D8B030D-6E8A-4147-A177-3AD203B41FA5}">
                      <a16:colId xmlns:a16="http://schemas.microsoft.com/office/drawing/2014/main" val="859222950"/>
                    </a:ext>
                  </a:extLst>
                </a:gridCol>
              </a:tblGrid>
              <a:tr h="299720">
                <a:tc>
                  <a:txBody>
                    <a:bodyPr/>
                    <a:lstStyle/>
                    <a:p>
                      <a:pPr algn="ctr" fontAlgn="ctr"/>
                      <a:r>
                        <a:rPr lang="es-CL" sz="1800" u="none" strike="noStrike" dirty="0">
                          <a:effectLst/>
                        </a:rPr>
                        <a:t>Obstáculo</a:t>
                      </a:r>
                      <a:endParaRPr lang="es-CL" sz="1800" b="1" i="0" u="none" strike="noStrike" dirty="0">
                        <a:solidFill>
                          <a:srgbClr val="FFFFFF"/>
                        </a:solidFill>
                        <a:effectLst/>
                        <a:latin typeface="Aptos Narrow" panose="020B0004020202020204" pitchFamily="34" charset="0"/>
                      </a:endParaRPr>
                    </a:p>
                  </a:txBody>
                  <a:tcPr marL="5443" marR="5443" marT="5443" marB="0" anchor="ctr">
                    <a:solidFill>
                      <a:schemeClr val="accent2"/>
                    </a:solidFill>
                  </a:tcPr>
                </a:tc>
                <a:tc>
                  <a:txBody>
                    <a:bodyPr/>
                    <a:lstStyle/>
                    <a:p>
                      <a:pPr algn="ctr" fontAlgn="ctr"/>
                      <a:r>
                        <a:rPr lang="es-CL" sz="1800" u="none" strike="noStrike" dirty="0">
                          <a:effectLst/>
                        </a:rPr>
                        <a:t>Descripción</a:t>
                      </a:r>
                      <a:endParaRPr lang="es-CL" sz="1800" b="1" i="0" u="none" strike="noStrike" dirty="0">
                        <a:solidFill>
                          <a:srgbClr val="FFFFFF"/>
                        </a:solidFill>
                        <a:effectLst/>
                        <a:latin typeface="Aptos Narrow" panose="020B0004020202020204" pitchFamily="34" charset="0"/>
                      </a:endParaRPr>
                    </a:p>
                  </a:txBody>
                  <a:tcPr marL="5443" marR="5443" marT="5443" marB="0" anchor="ctr">
                    <a:solidFill>
                      <a:schemeClr val="accent2"/>
                    </a:solidFill>
                  </a:tcPr>
                </a:tc>
                <a:extLst>
                  <a:ext uri="{0D108BD9-81ED-4DB2-BD59-A6C34878D82A}">
                    <a16:rowId xmlns:a16="http://schemas.microsoft.com/office/drawing/2014/main" val="983529308"/>
                  </a:ext>
                </a:extLst>
              </a:tr>
              <a:tr h="784225">
                <a:tc>
                  <a:txBody>
                    <a:bodyPr/>
                    <a:lstStyle/>
                    <a:p>
                      <a:pPr algn="l" fontAlgn="ctr"/>
                      <a:r>
                        <a:rPr lang="es-ES" sz="1600" u="none" strike="noStrike">
                          <a:effectLst/>
                        </a:rPr>
                        <a:t>Reducción del alcance para cumplir plazos</a:t>
                      </a:r>
                      <a:endParaRPr lang="es-ES"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No fue posible implementar LSCh completa; el MVP se acotó a una sola palabra.</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3350045685"/>
                  </a:ext>
                </a:extLst>
              </a:tr>
              <a:tr h="522605">
                <a:tc>
                  <a:txBody>
                    <a:bodyPr/>
                    <a:lstStyle/>
                    <a:p>
                      <a:pPr algn="l" fontAlgn="ctr"/>
                      <a:r>
                        <a:rPr lang="es-ES" sz="1600" u="none" strike="noStrike">
                          <a:effectLst/>
                        </a:rPr>
                        <a:t>Dificultad para definir el MVP final</a:t>
                      </a:r>
                      <a:endParaRPr lang="es-ES"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Se debió replantear el flujo y las funcionalidades para ajustarse a tiempo y recursos.</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1348024408"/>
                  </a:ext>
                </a:extLst>
              </a:tr>
              <a:tr h="522605">
                <a:tc>
                  <a:txBody>
                    <a:bodyPr/>
                    <a:lstStyle/>
                    <a:p>
                      <a:pPr algn="l" fontAlgn="ctr"/>
                      <a:r>
                        <a:rPr lang="es-CL" sz="1600" u="none" strike="noStrike">
                          <a:effectLst/>
                        </a:rPr>
                        <a:t>Dependencias entre roles</a:t>
                      </a:r>
                      <a:endParaRPr lang="es-CL"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Algunas tareas no podían avanzar sin el trabajo previo de otro integrante.</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919034381"/>
                  </a:ext>
                </a:extLst>
              </a:tr>
              <a:tr h="784225">
                <a:tc>
                  <a:txBody>
                    <a:bodyPr/>
                    <a:lstStyle/>
                    <a:p>
                      <a:pPr algn="l" fontAlgn="ctr"/>
                      <a:r>
                        <a:rPr lang="es-ES" sz="1600" u="none" strike="noStrike">
                          <a:effectLst/>
                        </a:rPr>
                        <a:t>Creación y estructuración de animaciones</a:t>
                      </a:r>
                      <a:endParaRPr lang="es-ES"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Las grabaciones y preparación de señas tomaron más tiempo del planificado.</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1532856477"/>
                  </a:ext>
                </a:extLst>
              </a:tr>
              <a:tr h="522605">
                <a:tc>
                  <a:txBody>
                    <a:bodyPr/>
                    <a:lstStyle/>
                    <a:p>
                      <a:pPr algn="l" fontAlgn="ctr"/>
                      <a:r>
                        <a:rPr lang="es-CL" sz="1600" u="none" strike="noStrike">
                          <a:effectLst/>
                        </a:rPr>
                        <a:t>Re-trabajo en documentación</a:t>
                      </a:r>
                      <a:endParaRPr lang="es-CL"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ERS, DAS y trazabilidad debieron corregirse varias veces para reflejar el producto real.</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212258934"/>
                  </a:ext>
                </a:extLst>
              </a:tr>
              <a:tr h="522605">
                <a:tc>
                  <a:txBody>
                    <a:bodyPr/>
                    <a:lstStyle/>
                    <a:p>
                      <a:pPr algn="l" fontAlgn="ctr"/>
                      <a:r>
                        <a:rPr lang="es-CL" sz="1600" u="none" strike="noStrike">
                          <a:effectLst/>
                        </a:rPr>
                        <a:t>Integración del sistema</a:t>
                      </a:r>
                      <a:endParaRPr lang="es-CL"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Unir las partes (voz, texto, glosa, animación, avatar) generó retrasos y ajustes.</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2338756198"/>
                  </a:ext>
                </a:extLst>
              </a:tr>
            </a:tbl>
          </a:graphicData>
        </a:graphic>
      </p:graphicFrame>
    </p:spTree>
    <p:extLst>
      <p:ext uri="{BB962C8B-B14F-4D97-AF65-F5344CB8AC3E}">
        <p14:creationId xmlns:p14="http://schemas.microsoft.com/office/powerpoint/2010/main" val="1266268508"/>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0" y="3044279"/>
            <a:ext cx="12191999" cy="769441"/>
          </a:xfrm>
          <a:prstGeom prst="rect">
            <a:avLst/>
          </a:prstGeom>
          <a:noFill/>
        </p:spPr>
        <p:txBody>
          <a:bodyPr wrap="square" rtlCol="0">
            <a:spAutoFit/>
          </a:bodyPr>
          <a:lstStyle/>
          <a:p>
            <a:pPr algn="ctr"/>
            <a:r>
              <a:rPr lang="es-MX" sz="4400" dirty="0"/>
              <a:t>PREGUNTAS DE LA COMISIÓN</a:t>
            </a:r>
          </a:p>
        </p:txBody>
      </p:sp>
    </p:spTree>
    <p:extLst>
      <p:ext uri="{BB962C8B-B14F-4D97-AF65-F5344CB8AC3E}">
        <p14:creationId xmlns:p14="http://schemas.microsoft.com/office/powerpoint/2010/main" val="4158079731"/>
      </p:ext>
    </p:extLst>
  </p:cSld>
  <p:clrMapOvr>
    <a:masterClrMapping/>
  </p:clrMapOvr>
  <p:transition spd="slow">
    <p:wipe/>
  </p:transition>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TotalTime>
  <Words>1186</Words>
  <Application>Microsoft Office PowerPoint</Application>
  <PresentationFormat>Panorámica</PresentationFormat>
  <Paragraphs>125</Paragraphs>
  <Slides>15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Aptos Narrow</vt: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Gerardo Galan Cruz</dc:creator>
  <cp:lastModifiedBy>EYLEEN DENISE COLLADO PINO</cp:lastModifiedBy>
  <cp:revision>3</cp:revision>
  <dcterms:created xsi:type="dcterms:W3CDTF">2023-10-28T21:12:11Z</dcterms:created>
  <dcterms:modified xsi:type="dcterms:W3CDTF">2025-11-16T06:33:21Z</dcterms:modified>
</cp:coreProperties>
</file>