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Nombre de estudiante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Nombre de estudiante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/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“NOMBRE DEL PROYECTO”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09683936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sz="1800" dirty="0"/>
              <a:t>Descripción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Descripción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Descripción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Descripción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272</Words>
  <Application>Microsoft Office PowerPoint</Application>
  <PresentationFormat>Panorámica</PresentationFormat>
  <Paragraphs>128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Eyleen Collado</cp:lastModifiedBy>
  <cp:revision>1</cp:revision>
  <dcterms:created xsi:type="dcterms:W3CDTF">2023-10-28T21:12:11Z</dcterms:created>
  <dcterms:modified xsi:type="dcterms:W3CDTF">2025-11-13T03:41:41Z</dcterms:modified>
</cp:coreProperties>
</file>